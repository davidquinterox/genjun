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60"/>
  </p:notesMasterIdLst>
  <p:sldIdLst>
    <p:sldId id="256" r:id="rId2"/>
    <p:sldId id="296" r:id="rId3"/>
    <p:sldId id="297" r:id="rId4"/>
    <p:sldId id="303" r:id="rId5"/>
    <p:sldId id="298" r:id="rId6"/>
    <p:sldId id="299" r:id="rId7"/>
    <p:sldId id="300" r:id="rId8"/>
    <p:sldId id="301" r:id="rId9"/>
    <p:sldId id="302" r:id="rId10"/>
    <p:sldId id="304" r:id="rId11"/>
    <p:sldId id="305" r:id="rId12"/>
    <p:sldId id="306" r:id="rId13"/>
    <p:sldId id="307" r:id="rId14"/>
    <p:sldId id="308" r:id="rId15"/>
    <p:sldId id="311" r:id="rId16"/>
    <p:sldId id="312" r:id="rId17"/>
    <p:sldId id="313" r:id="rId18"/>
    <p:sldId id="314" r:id="rId19"/>
    <p:sldId id="323" r:id="rId20"/>
    <p:sldId id="324" r:id="rId21"/>
    <p:sldId id="325" r:id="rId22"/>
    <p:sldId id="326" r:id="rId23"/>
    <p:sldId id="327" r:id="rId24"/>
    <p:sldId id="328" r:id="rId25"/>
    <p:sldId id="318" r:id="rId26"/>
    <p:sldId id="319" r:id="rId27"/>
    <p:sldId id="309" r:id="rId28"/>
    <p:sldId id="310" r:id="rId29"/>
    <p:sldId id="315" r:id="rId30"/>
    <p:sldId id="316" r:id="rId31"/>
    <p:sldId id="317" r:id="rId32"/>
    <p:sldId id="320" r:id="rId33"/>
    <p:sldId id="321" r:id="rId34"/>
    <p:sldId id="322" r:id="rId35"/>
    <p:sldId id="329" r:id="rId36"/>
    <p:sldId id="331" r:id="rId37"/>
    <p:sldId id="330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2" r:id="rId57"/>
    <p:sldId id="351" r:id="rId58"/>
    <p:sldId id="353" r:id="rId59"/>
  </p:sldIdLst>
  <p:sldSz cx="9144000" cy="5143500" type="screen16x9"/>
  <p:notesSz cx="6858000" cy="9144000"/>
  <p:embeddedFontLst>
    <p:embeddedFont>
      <p:font typeface="Cairo" panose="020B0604020202020204" charset="-78"/>
      <p:regular r:id="rId61"/>
      <p:bold r:id="rId62"/>
    </p:embeddedFont>
    <p:embeddedFont>
      <p:font typeface="Nunito Light" pitchFamily="2" charset="0"/>
      <p:regular r:id="rId63"/>
      <p:italic r:id="rId64"/>
    </p:embeddedFont>
    <p:embeddedFont>
      <p:font typeface="Space Grotesk" panose="020B0604020202020204" charset="0"/>
      <p:regular r:id="rId65"/>
      <p:bold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2ABCE8-890C-42B6-9479-B6AA132F1069}">
  <a:tblStyle styleId="{4C2ABCE8-890C-42B6-9479-B6AA132F10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21F825-CA82-43B7-8C69-8F74CCF8B41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DCEE579-3B5D-AA9D-733D-4A7F8B2B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69F717A-B9B5-202E-E445-8E3520CA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5514800-4428-0AB7-93BA-C0DD9A86E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695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A3C5277-5338-601E-870F-C17081A7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3896298-57E6-1601-84E0-9FCABB323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4831BDF-8D30-7E74-EA5A-282D58A89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939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E1162CD-85C3-60F2-ACEF-9BE26FF3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BD34C02A-74B1-8E72-2203-D072CF8FB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3C2EA164-107B-D795-99A2-C5DD4838F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78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60BED17-792F-CCA9-E55C-104A86B5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3E1E005-5628-5C88-ADEE-B0DFF1CDE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E2096AC-3884-BAAA-8252-C21785792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53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AE4E6661-D1E3-C7EE-3B7C-B2A2D6DF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55677ABA-59EB-00EC-146C-A248A153E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98400B3-C9D2-8F11-CF27-09FD562C5C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72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3889B388-50D5-A519-49FA-3EE60BDE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2459EAD-1C8F-0C0B-4246-CD394C1FC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23037686-4B87-F115-49A4-5799FE953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317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A74FD2A-A898-7A03-CA67-D3831BB8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64D32EC9-0BA6-429A-5407-B4E3F919D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74C56B8-D572-171F-2508-5FAB8E6BF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617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B35150C6-3383-72ED-3CD4-152BA720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F6C3B8B-3108-06E8-E4A4-813FF93CE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C6F9201-ADDE-E998-9C47-B033AECD3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5763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EF1CA623-A8E6-2CB3-29B3-145198BC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45643978-58A4-8CCD-0CBF-0B9213857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8EAA9E8B-931C-3641-C366-ED9F988F3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623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C55D941-4522-9042-B60E-0EC65169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7CC7CBB-C67A-EB19-260E-3AB31EB47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F37812A-6F18-DE29-6D78-46A8839E4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674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3166022-1FF3-9628-0AF4-4C77C372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186821B3-7B28-9DF2-1C05-547B091AB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9B953C4-2EE3-C4E9-466E-754BDF697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7054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9475A2C-EB1F-CCE8-407C-EC448FDB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9191AF0-D36A-4AE6-47E9-8F6E56CCA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25A3DFE5-22FC-585E-46B9-DAABF4BE2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905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415FD527-0E35-8E74-F5AC-3470999D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962BE87D-9B24-9BC1-B79E-F106C4FDB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B10D4000-89F2-DDA2-BEC1-767367341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803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B0C54272-4417-EB38-A744-8D44A952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4A0E99E8-139B-5FEF-561B-B9FE749B5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42B06945-89F2-A50C-7221-578C08CB8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410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4588B4D-80AE-64A3-7683-EC95AC93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DCF117C2-3EBF-8428-1965-4A90A518C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4861567-BF81-4A90-A644-92B021F1E9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02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56110FB-2F29-596E-6742-085141D0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14E7E183-238D-BF8C-8ABA-AEE836E718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111C739B-447B-FDC6-12F0-D3C08E7E0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750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261F305-76B8-CC79-F997-10EDC736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ED08D5B0-C1FE-646D-48CC-D62F41B59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3DD1DDE9-44E7-4A11-3193-8AA1C0ECE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994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97D9AAD8-C711-3983-2F46-FCCE048ED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F9A2756A-9DBD-45F4-EFFE-87C5F56F6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7F12F4A-B4F0-2676-5392-7D3AFC70E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40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657A501-431E-9A27-F84E-BCC8FCF9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C52F14E-B2CB-0801-1653-3BBA92944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D9F4652-6759-18F6-04F0-0F9331D94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9087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A14386A9-2CDD-E79B-B2A4-E2CB6F3F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73FC9F49-690C-D995-B6D7-FAC087C0C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C6C3F7D-B58A-CDB6-9DD7-89747D33F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59495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BF6C4D68-F404-56B4-248E-7EAE29FD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954AF65C-3A00-1542-0C99-4718EFF5B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CCB6B753-EC78-0ECC-2CD7-4A0C6C0D0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827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C7F0A62-F7AF-990B-0CE1-EC8BA8A0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ABB7CC9-CC07-F210-649F-3C6537047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72AD997-C408-6770-85C8-F9673D68A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400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5CFB70A-9358-5F88-A9C7-9DBCD557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55200BF-F57A-6739-3905-B345B1FAD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07088B64-7B0B-75B7-9ED9-7F905EAAC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632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0C3864D2-2956-CA42-9B03-1923DA07D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624265BF-F4FE-2C62-9C1F-FD5D08F31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F4478E6B-9575-F08E-2BCA-AB4208235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0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B6AC055-713C-EF2C-538B-87447F01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9A09759B-A394-FD0D-1918-93450C45B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947DE30-F8F2-D9D6-84D7-7DEFBD516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540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F9AB385-01BC-2C56-EB75-0D4EEA3E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A1405B34-E4E1-5A63-4642-C8C40D8D7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31A1462D-763D-702A-61C1-2B75E3A27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61140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B9703B4-5B30-0E86-E307-3580DEB3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DA0F1C3B-778F-043A-844E-57499E7C7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909E5937-D83A-0B3C-2564-286C33DDB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8483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3A5ADB77-3692-DBA2-5F98-9A454F9F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DF8AFE0C-654D-A15C-D909-37D756C052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F4DB101-26CE-02DA-FACF-BF3F7F9A2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10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A4B3B571-151F-E2E4-1BE2-2CF3313B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1140DA6-D91A-1670-8B3C-C7552E35B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209A1671-2376-3DC9-4539-FA1EDD35F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39235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192FCC0B-C602-4F6D-D37D-9E1B5176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15AB302-2279-A34D-4C6E-6F663944D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87D7068-BCC5-2008-ECA2-35AAA50A0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39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8B3DE3A4-CFB9-8648-F277-B1F8E3C2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D7341F32-2FC5-6D2E-2003-4ACBD6239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06C9757-13BE-34A8-6669-31818DF12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7105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C76F497-519B-BC7E-5F51-F44790DF2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6FA6EB9D-FF19-1BF2-D847-35A01DC4D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C9439A0E-79B8-2649-CEC6-BC464BBC3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867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5DDD4C9-D765-66E4-0FE6-5AECED45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137A1125-B5D0-C60C-C790-E8A4CE716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3C8E511-3FAB-5325-BB20-D196F8DE7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30896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C47703C5-A81D-7014-CA8C-FDE9E43A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>
            <a:extLst>
              <a:ext uri="{FF2B5EF4-FFF2-40B4-BE49-F238E27FC236}">
                <a16:creationId xmlns:a16="http://schemas.microsoft.com/office/drawing/2014/main" id="{A42C2199-9D4E-0334-C033-58B4A7D64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417" name="Google Shape;417;g54dda1946d_4_2726:notes">
            <a:extLst>
              <a:ext uri="{FF2B5EF4-FFF2-40B4-BE49-F238E27FC236}">
                <a16:creationId xmlns:a16="http://schemas.microsoft.com/office/drawing/2014/main" id="{C261EFEB-6817-8AFB-3C65-E0B678E92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3897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3B64C84A-985F-C519-71E2-652E6749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14ACD06F-AA8B-7710-EE41-F25467DBF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7D7E9CB2-D359-1DFE-323C-F7ED3D932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2492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8F236ACA-0454-5FAE-3918-CB2060AD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D978A2A-FDE9-42F4-CAE4-1F05ABE5E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30D7E6A8-2387-58C4-962E-64D5830E7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2917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F912C064-508C-9898-3A1E-C6BD3D60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2B1702F3-986B-D885-E864-D44E7B2B9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A2C4AA40-1CCA-F784-CD6C-563EEDABC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8649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924DA052-3C77-5899-FC4C-029E27F0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F18C9AF-9507-EE7F-BDD3-74777819E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0E7A610B-246A-E823-1509-E638BD9FD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4221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CE530BE-9516-BFC8-DA80-D086B2A9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59718F1-0473-3052-2375-5E97088DB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85ED340-5C02-4C25-2610-72F274227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6695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15DB412-3095-6C6B-530C-565920F1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2E1E442-5D3D-50D0-BAB0-5A1D7804C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774CAF59-DC28-9A5A-CC0A-5A79062B8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0397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3D1A7C1-31A5-138F-16F7-365C5FAD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5FAD8697-B5DD-1167-BC0F-F630EB024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003D00D7-596F-8BE4-DC8B-E30C31AF7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1929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099B40E-3F1A-83A1-6B18-6C390AF02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1401064-DE2E-2CFE-308C-F11A7FE33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8519515-000F-1612-30AD-0AA294816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6070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681F015-B366-E78A-097C-3B2CF936C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B8EE7B2D-36A2-E28C-2A53-8D35C9B58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512E3E2-FBF5-7ABC-7B27-10F33985E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7962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B61EC0C4-E70D-C83A-D435-EE053A11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12E028EC-BD76-894A-A2C2-1E3CE64EC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F67412F4-7E51-DF5D-28DA-064D385C1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7762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E0D586B-0616-C32B-4C88-3D69A4D5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A1D0EB7-69CE-9961-F43F-3B016E199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5FF9FFB-1001-F537-BC6C-6FCB13D5B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5901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4D091C18-F262-8E8A-EF64-D2C4E9DC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75B28900-2507-128E-D853-4B73BC152A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9C0C811D-C988-4C9A-90D8-8379932A6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1738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600C2F4-050E-BFBD-896E-C248B8F4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72D94FBF-67C4-F938-8420-7C581BC0E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21F2C7CF-3586-AA0A-B079-C2F65E984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0934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E40476E-600B-0CD9-DB20-022EBC39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0D00291-042D-F8A4-451F-EBCE2839BC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96104993-1A15-380A-5582-7B4881B6D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51508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B995865-4212-C1F2-572D-96C9967A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1B5458CB-8BF8-026D-4E2D-32805714E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94FC02CC-588C-B0D8-61BF-609E67C7D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69398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E9D7E4B-CCC6-0AF8-39D6-16587FEB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D93B5974-0DD0-F10F-A747-2A1144582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992C9BBC-E888-6485-6B07-0AF3E7599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8237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B49A250-F06C-34DE-9B65-4088B80C8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1983D4E-1D4A-1865-7987-97C5BA67B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1A944FD-5E5C-8912-E11A-239036114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5048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F1D2655-34B7-324C-C432-413991CD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F620DF5D-325C-89B9-4573-F9B027B55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6EA5EA1-D0DB-BB7E-A08F-6D48C0E9F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0065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9FA8413D-B6F1-1B9A-84AC-A906259D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20887BE5-2912-90F9-7AD5-7DE7A12DD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9D83513-34FC-AFCB-8A99-A2AE14A60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1945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A335E631-5958-A025-EC39-34C32C2E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923DFABA-E3F4-ABDE-BCED-637B65EBE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498DAF6-53B9-CE63-DDE4-CEE4AAED5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6548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A435A96D-40A2-D71B-51C8-6D030A87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83A070A2-EC1D-1159-460F-7928A723C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4E050572-AF38-43CA-D6DF-5440AD91F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6785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4625B8C-D580-4B95-38AE-A73BEF5E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5B1FA0B-7B99-CA23-9798-DCB3BE302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ED79E4B-AA69-A144-4C2C-F71D8F278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721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CAA573E-1557-4CA5-0E0A-197849BF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8155282-D2C0-F7D7-3F04-165BA8459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4F1F36E-3710-B801-81B8-9CF7B683B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01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 hasCustomPrompt="1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1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21504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660598" y="3119096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PRUEBAS UNITARIAS EN SQL SERVER </a:t>
            </a:r>
            <a:br>
              <a:rPr lang="es-E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Carlos David Quintero Villegas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8EEA709-3DDD-304F-3935-75050D09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81C4124F-630D-94D9-5C82-2411E71812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949612" cy="1081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Descargar scripts para crear BD , Tablas etc.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FE6814B1-CFA3-47C2-AB8F-82E02F6F8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640244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GenJun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CDB02E6-D44C-BA32-F2B3-01ADCC53D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99" y="1980455"/>
            <a:ext cx="2675851" cy="27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93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EF31C6B-F900-518E-1C9D-433DDC21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C828809-BC1C-EE31-2D79-81CC7E532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8245AA-A447-177A-901B-63C5E11AA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86" y="1526291"/>
            <a:ext cx="4988028" cy="3000160"/>
          </a:xfrm>
          <a:prstGeom prst="rect">
            <a:avLst/>
          </a:prstGeom>
        </p:spPr>
      </p:pic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18F3CB7-2003-2525-7430-6A3117A92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1.P01R01_1_BD_CreateDataBase.sql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449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7D435F2-BAC1-5719-3CBF-C4977365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0FC5669E-F06C-283C-19CE-C0AA85095A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AC7BC5BC-8FAF-41AD-8AFD-9252D7BA2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CreateTables.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E3DADEAC-1384-7634-4E7C-842BDB734F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94BE9C5-9749-067B-51FD-D518DFF5B5F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D0C6FF7-B8A9-18F3-897D-3C7320F7D3C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9BF926A-420F-F13D-A46F-2D04D1703D4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971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4C77F9D7-5897-CA24-8E40-80F092C2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87BFDF7-4F41-B854-AEC3-724189608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08849D74-72C3-BE58-1CAF-C4235B4A6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2. P01R01_2_BD_CreateTables.sql       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0B1FE3-4C4B-8F9E-C626-9C4467656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3356480" cy="23686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4DAE0D-CAEE-8C47-13EB-FD861E84F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26291"/>
            <a:ext cx="3277057" cy="752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2330C6-44BD-996A-2648-538BFEF87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898860"/>
            <a:ext cx="3048425" cy="1066949"/>
          </a:xfrm>
          <a:prstGeom prst="rect">
            <a:avLst/>
          </a:prstGeom>
        </p:spPr>
      </p:pic>
      <p:sp>
        <p:nvSpPr>
          <p:cNvPr id="9" name="Google Shape;260;p30">
            <a:extLst>
              <a:ext uri="{FF2B5EF4-FFF2-40B4-BE49-F238E27FC236}">
                <a16:creationId xmlns:a16="http://schemas.microsoft.com/office/drawing/2014/main" id="{7516FAFF-8AAE-E287-96BD-598438CFF771}"/>
              </a:ext>
            </a:extLst>
          </p:cNvPr>
          <p:cNvSpPr txBox="1">
            <a:spLocks/>
          </p:cNvSpPr>
          <p:nvPr/>
        </p:nvSpPr>
        <p:spPr>
          <a:xfrm>
            <a:off x="4461600" y="2517244"/>
            <a:ext cx="3733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dirty="0"/>
              <a:t>QA Validation.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826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4535134-87AF-EA72-1EC1-1E348EDD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322F4A63-5084-7AD6-5791-ECEFE797A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ED1D3D1-B36B-E62A-CFF3-7A76A12CD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2. P01R01_2_BD_CreateTables.sql</a:t>
            </a:r>
            <a:endParaRPr dirty="0"/>
          </a:p>
        </p:txBody>
      </p:sp>
      <p:sp>
        <p:nvSpPr>
          <p:cNvPr id="9" name="Google Shape;260;p30">
            <a:extLst>
              <a:ext uri="{FF2B5EF4-FFF2-40B4-BE49-F238E27FC236}">
                <a16:creationId xmlns:a16="http://schemas.microsoft.com/office/drawing/2014/main" id="{8ABCAB87-33C2-106F-525C-D1E393374CBD}"/>
              </a:ext>
            </a:extLst>
          </p:cNvPr>
          <p:cNvSpPr txBox="1">
            <a:spLocks/>
          </p:cNvSpPr>
          <p:nvPr/>
        </p:nvSpPr>
        <p:spPr>
          <a:xfrm>
            <a:off x="4461600" y="2517244"/>
            <a:ext cx="3733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dirty="0"/>
              <a:t>QA Validation.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D63A94-0366-29D5-B428-C4257F117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26291"/>
            <a:ext cx="3572374" cy="102884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90BF118-ACD5-F6C5-9B37-7369D8198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526291"/>
            <a:ext cx="3733800" cy="27127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21653A0-7DD1-8F7E-7B89-261E2E86A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932743"/>
            <a:ext cx="3753374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6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9A10343D-CD96-EB11-6A4A-6DFA7554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C919A63D-763C-C158-6F27-60C31A7A8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14B0341-F521-731C-192C-A602CB6A4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2. P01R01_2_BD_CreateTables.sql</a:t>
            </a:r>
            <a:endParaRPr dirty="0"/>
          </a:p>
        </p:txBody>
      </p:sp>
      <p:sp>
        <p:nvSpPr>
          <p:cNvPr id="9" name="Google Shape;260;p30">
            <a:extLst>
              <a:ext uri="{FF2B5EF4-FFF2-40B4-BE49-F238E27FC236}">
                <a16:creationId xmlns:a16="http://schemas.microsoft.com/office/drawing/2014/main" id="{9D025795-4A9E-92DD-0B0F-E5DE498A0B29}"/>
              </a:ext>
            </a:extLst>
          </p:cNvPr>
          <p:cNvSpPr txBox="1">
            <a:spLocks/>
          </p:cNvSpPr>
          <p:nvPr/>
        </p:nvSpPr>
        <p:spPr>
          <a:xfrm>
            <a:off x="4461600" y="2517244"/>
            <a:ext cx="3733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dirty="0"/>
              <a:t>QA Validation.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A9505B-90F5-4859-E042-3C13E07A2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3734764" cy="27127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48B5C36-436A-1BCC-21D0-34F643FE3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606" y="1526291"/>
            <a:ext cx="4163006" cy="10002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5EAF326-7082-35FF-68D0-6A315965C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42" y="2794078"/>
            <a:ext cx="3810532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3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BBC1740F-46FF-FDA2-B23F-C182EFDB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BC2A122-3586-1D9B-A258-DD131C954D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4211CC99-B12A-A954-ECFA-B923C285A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2. P01R01_2_BD_CreateTables.sql</a:t>
            </a:r>
            <a:endParaRPr dirty="0"/>
          </a:p>
        </p:txBody>
      </p:sp>
      <p:sp>
        <p:nvSpPr>
          <p:cNvPr id="9" name="Google Shape;260;p30">
            <a:extLst>
              <a:ext uri="{FF2B5EF4-FFF2-40B4-BE49-F238E27FC236}">
                <a16:creationId xmlns:a16="http://schemas.microsoft.com/office/drawing/2014/main" id="{5EBA4B68-BEC6-CC1B-946F-EF0346241B8D}"/>
              </a:ext>
            </a:extLst>
          </p:cNvPr>
          <p:cNvSpPr txBox="1">
            <a:spLocks/>
          </p:cNvSpPr>
          <p:nvPr/>
        </p:nvSpPr>
        <p:spPr>
          <a:xfrm>
            <a:off x="4461600" y="2517244"/>
            <a:ext cx="3733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dirty="0"/>
              <a:t>QA Validation.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AC4BE3-A8A8-DABB-AC74-341116766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3611626" cy="29545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4BC491-D263-42DF-2233-89BB63A5C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606" y="1526291"/>
            <a:ext cx="3105583" cy="8097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866D83B-9674-23E2-1AE8-C85A710D6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895" y="2794078"/>
            <a:ext cx="3077004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60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370397A8-DA72-3CA5-C437-F13C245B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B5786124-1750-E4C2-9141-AEE5480824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8DF92303-7FAA-EF20-6B3D-89EE86FC4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2. P01R01_2_BD_CreateTables.sql</a:t>
            </a:r>
            <a:endParaRPr dirty="0"/>
          </a:p>
        </p:txBody>
      </p:sp>
      <p:sp>
        <p:nvSpPr>
          <p:cNvPr id="9" name="Google Shape;260;p30">
            <a:extLst>
              <a:ext uri="{FF2B5EF4-FFF2-40B4-BE49-F238E27FC236}">
                <a16:creationId xmlns:a16="http://schemas.microsoft.com/office/drawing/2014/main" id="{C359AD39-4292-96F9-686C-9BA66D65DB01}"/>
              </a:ext>
            </a:extLst>
          </p:cNvPr>
          <p:cNvSpPr txBox="1">
            <a:spLocks/>
          </p:cNvSpPr>
          <p:nvPr/>
        </p:nvSpPr>
        <p:spPr>
          <a:xfrm>
            <a:off x="4461600" y="2517244"/>
            <a:ext cx="3733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dirty="0"/>
              <a:t>QA Validation.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2A0015-346C-E77D-4FCA-B717E52C2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3805738" cy="29545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693908-ACA7-BE3A-753D-D1DFC42AA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26291"/>
            <a:ext cx="3439005" cy="10574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959D07-B0CD-0CB2-6DDD-E23683A04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604" y="2795459"/>
            <a:ext cx="3543795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4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C53BBC81-C4A9-D636-F424-57E9675A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01C41EF9-6F72-B9C1-813C-650A2D4CC5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5DDC7BBF-19DE-16A2-D953-78429CC79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Carga Inicial.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FD96D97-AD8D-AF8D-CBAD-643CE5F069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E4B2B251-6460-DCC0-8B53-9E5B01C386BB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40007F88-D480-4C43-B32C-80CEB095DE89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69B28691-BC8C-1052-0873-DA1C67463CDE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552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7C5B24BD-CD50-D49E-E557-715EFBE2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AA2CAC54-451C-DBC4-4A4C-D7EC9C3AD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F155124A-5C3D-67E0-F2DF-E07EA8605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3. P01R01_3_BD_CargaInicials.sql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58A466-24C1-ED6A-7071-81EE41FEB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88" y="1684781"/>
            <a:ext cx="3368475" cy="11810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7E5A296-1458-76AE-F995-467F14AE6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169" y="1684781"/>
            <a:ext cx="3477110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3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43AF4A3B-082B-5E0C-C330-18B15164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1B36DD7A-816B-AF79-D572-E37C4F90A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C8C6C5C-4EE7-1EE8-B8BF-CEF361E19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3 P01R01_3_BD_CargaInicials.sql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5CD4D7-8BAC-DFDD-F553-F521C60D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569" y="1684781"/>
            <a:ext cx="3115110" cy="87642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0C4A804-B706-3D42-6CBE-33D7B769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89" y="1684781"/>
            <a:ext cx="3606543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5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E96D4845-0F16-99F7-F28F-57CCFAFC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2438113-8F7B-BF8C-A9BF-53CA4ACD4B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A3E2C12-6265-CFEA-40FF-BB5FCED79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3. P01R01_3_BD_CargaInicials.sql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3C74DA-DC10-D1EC-532F-9CFF8E61E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569" y="1684781"/>
            <a:ext cx="3115110" cy="8764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043AA3-9FD3-2D74-3F90-FD61AF2E2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89" y="1684781"/>
            <a:ext cx="3667637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6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14EA68F-2934-9F9D-9F24-863C568A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80A69A4-D5B2-B3D6-F6BA-9DFDC28CB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A374670E-D37A-A54B-A3E0-53AB925A4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3. P01R01_3_BD_CargaInicials.sql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2CC6CD-BD34-78D8-8FE5-708157FA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569" y="1684781"/>
            <a:ext cx="3115110" cy="87642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93012DF-B9F4-8B11-C75E-1EDF031DF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52" y="1741939"/>
            <a:ext cx="3897680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0AA425B0-124E-15DB-AC46-FF368A38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7B0C57D2-514B-DC1C-2011-C6908C0C4F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5E3AF48E-0060-3E75-3506-00760C838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Store</a:t>
            </a:r>
            <a:br>
              <a:rPr lang="es-MX" dirty="0"/>
            </a:br>
            <a:r>
              <a:rPr lang="es-MX" dirty="0" err="1"/>
              <a:t>Procedure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4F48E552-1D1A-D86B-BBF2-3E87D42AAFA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FD16DAB7-28FB-B095-853C-EAE5F1E1831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4ED1BC46-0C3C-81F6-1E1A-F30DECC10E71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198D77A2-9667-B613-8143-872D789F96F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379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91FB57DD-3D15-7715-EADC-5EBFF33C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B13502C2-0AC7-2E97-1375-AEDED3E4B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BB423C16-F267-D67D-7A0E-42A42CEBD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4. P01R01_4_BD_SP.sql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608F2F-1643-9DAC-A91F-CC73E424E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74" y="1593753"/>
            <a:ext cx="4001058" cy="23720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C52A04E-98A6-AC86-0DE2-DF8B4631B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233" y="1593753"/>
            <a:ext cx="2991267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78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38BF2EC5-F441-33D1-96F3-256C719E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841955C-9F83-19C2-9606-7F71D009C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0DDB0A8B-6B76-6BBA-9BA5-1B7FE2DDF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4. P01R01_4_BD_SP.sql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DD1E47-0E25-864D-0077-842D87233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367" y="1712579"/>
            <a:ext cx="2991267" cy="78115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4E8F967-709F-07E8-41D8-C848E85C9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00" y="1874890"/>
            <a:ext cx="4308181" cy="174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18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61FA917F-6E68-EAA9-051A-4E30E661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767C254C-4963-76CD-1189-C5D417A9B9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FBC55D0B-B615-C091-F0F2-753862403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Triggers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AD45BE10-ADD5-04FB-5477-27F2EBF094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3AE0A647-0F19-FC3E-0024-819CCB43BB90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F18F04FE-AE37-3888-0264-4DDD91937E9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4C2A6C5B-3BCB-5DD5-253D-BC21E5CC0DD6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964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1783B303-79BA-77CE-CB81-4781D52B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0DA62D0-7965-C93C-00E9-7F14052EF5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408D517F-0994-F34D-8CA8-663498941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5. P01R01_5_BD_Trigger.sql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B8CAED-BE18-C423-DDB2-768EA1BFA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86" y="1918009"/>
            <a:ext cx="4573037" cy="2047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D94EDA-7A4C-64A6-18AA-929BCB8D7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586" y="1918009"/>
            <a:ext cx="3077004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73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B6C00FC8-2421-D6E7-99B3-19498F19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D79484B5-3BB5-6441-5B09-71AF87DEA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31D850C7-32DB-FF30-27F5-18037A993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5. P01R01_5_BD_Trigger.sql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4EE708-50C9-240D-589B-4E374C63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608" y="1918009"/>
            <a:ext cx="3077004" cy="7335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DE8AEE-9851-C3A1-A2A3-5E2BA7FD3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02" y="1918009"/>
            <a:ext cx="5154370" cy="20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49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3B2F2533-F07D-6424-2A87-DFECD16B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E7AFADF-9336-DE7F-C2EE-C2A66FE45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A25CF05A-99F5-FC0A-38DB-E2BB1E28D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5. P01R01_5_BD_Trigger.sql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77B62C-CBEA-A5BD-4F04-DE5139403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608" y="1918009"/>
            <a:ext cx="3077004" cy="7335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6957997-9887-2CED-7B9F-E9761AE61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02" y="1918009"/>
            <a:ext cx="5012042" cy="195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3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7342B24-1F79-CED3-BFA5-74731873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8351B6E-E86C-DE67-A050-B7D00D0749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EB07AB49-D212-2C12-5487-F8BFDC6CF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5. P01R01_5_BD_Trigger.sql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3D9995-70BF-1EAF-F900-A1C873692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72" y="1526291"/>
            <a:ext cx="3077004" cy="73352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8782FF6-22E5-801C-A0A4-09FF3E90E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68" y="1526291"/>
            <a:ext cx="4718513" cy="302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67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5E15964-74F3-3F64-CFD6-1086374D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8E0185CB-FB57-87CE-8BCD-1FE4222F9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49682F32-C9A0-AA49-86D3-1D336DD49A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5. P01R01_5_BD_Trigger.sql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58CA54-553A-6B71-8ED1-A1E52A3A7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72" y="1526291"/>
            <a:ext cx="3077004" cy="7335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BDE13A7-D6AB-3174-5F31-8010830D6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526291"/>
            <a:ext cx="4635367" cy="317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78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962F914D-E753-F674-99E2-7439C90C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7D4696E0-B901-58A3-B9DA-8386914CD2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8B5C14C6-161E-6893-4898-692882D45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5. P01R01_5_BD_Trigger.sql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55B506-6BBD-E66F-2822-25D11BAE3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72" y="1526291"/>
            <a:ext cx="3077004" cy="73352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AD00D5-5075-AF36-6A01-4319E83EA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24" y="1548129"/>
            <a:ext cx="4704456" cy="265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22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DC2F49C-BC44-FCCE-B2D2-A74B88AF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981AB637-A5FB-C3D5-9DCD-E3F1E644D7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359546D2-F302-03EC-E440-4C4687E21A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Views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60F9FD51-033C-70E9-0909-1883F81261A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304A50FC-0C0A-0758-497D-84F659F60A9F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2BAFC320-3481-DCCF-4AB1-ABD4C9DED7C3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A4947D29-15F4-F31A-A71D-942AC43D9487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30027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C5DD8517-2D7A-14D8-01D3-BFF816F8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A3CD480-737B-41AE-CEBE-E7E01544A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4A4568C6-3E42-0C09-4D28-DFCA2BE43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6. P01R01_4_BD_SP.sql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37BD01-552D-CB75-61AB-3679DB31E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63" y="1463626"/>
            <a:ext cx="3686689" cy="29150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FC8E7C-3EFD-E15A-6872-1CCD13A27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494" y="2065125"/>
            <a:ext cx="3134162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83E6D3A6-AD07-6061-BA91-E44EB50C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BD8DB987-F4BB-3712-53CB-DC41E06B6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EA302D91-2B27-E0C4-A667-F9133F44F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Pruebas</a:t>
            </a:r>
            <a:br>
              <a:rPr lang="es-MX" dirty="0"/>
            </a:br>
            <a:r>
              <a:rPr lang="es-MX" dirty="0"/>
              <a:t>Unitarias.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D690EBC-DB60-74F3-C67D-2B4A8F70B9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A8B24365-C380-8A87-0344-04714B5FBCF8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8B53B10D-E2B2-A244-6193-69B1B99A19A2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DFFAAD04-F831-D840-A430-A7FB0F286278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4217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B2633F87-7BDB-C69B-55C1-CE8CE7F3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4E62E026-8CDC-87F9-0711-D7D5551D6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A8EE5887-C7C0-206B-E316-CF75F35C6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P01R01_7_BD_PU.sql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AC3C7F-4855-0D25-CD35-9AF0BDE0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854" y="3579992"/>
            <a:ext cx="6115904" cy="7716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67FCBDB-FF00-9D31-EBFF-D017272F2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488" y="1526291"/>
            <a:ext cx="312463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28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8EAFAB56-E2A7-70AD-C0DC-BBE71DF2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CFB53701-E42B-1237-CC96-F76DF1528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FC6BF077-1B70-6CC5-35DC-484451158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P01R01_7_BD_PU(pruebas Unitarias) 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9649CE-F100-42BF-39B8-E4EE01D68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129" y="1616155"/>
            <a:ext cx="3705742" cy="14289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04DAD5E-2F6E-14AC-BF5D-E747ABACF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077" y="3432334"/>
            <a:ext cx="2657846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47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63FD1ED2-CBB4-5934-F621-D3FFA629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F23D6C57-60C8-024D-B8D5-99088F974E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860D4CAB-82F9-C8B7-485F-BE5CFE38C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P01R01_7_BD_PU(pruebas Unitarias) 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DECBCC-165D-D737-DE35-B91D1373E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5" y="1711166"/>
            <a:ext cx="6697010" cy="11907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CC802A-6433-A9CC-9002-9B050956A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209" y="2901957"/>
            <a:ext cx="2381582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40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22B2936-F69A-9137-BC5D-2569DB87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327AB2A-DF2E-571D-9A05-64560CDEF0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131D26D4-6A39-CEAB-01D8-367FAA09B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P01R01_7_BD_PU(pruebas Unitarias) 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785A35-03BC-E656-EF1F-E6A6C8F0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460244"/>
            <a:ext cx="4382112" cy="31151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14BDDD-2387-0035-51F3-1880579DD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826" y="1608122"/>
            <a:ext cx="3974461" cy="72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31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D1A91940-C8BD-7FE7-57A8-EF03DF349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D42D953B-26D2-EE63-922D-FD1C89D93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7B7E3B58-187D-AC22-83E4-3BC2EB454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P01R01_7_BD_PU(pruebas Unitarias) 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81C7A2-248B-06EC-E621-FEDC61CDB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971" y="1712579"/>
            <a:ext cx="3458058" cy="10955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F40113F-CB8D-AA9F-94AC-B79C197A2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007" y="2994395"/>
            <a:ext cx="7125694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387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C1853334-093E-4A63-FCB9-851E0BC1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235A465B-3A1C-0735-1A48-49C6633A2E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070D38F-F203-EC2D-168E-01DB8D587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P01R01_7_BD_PU(pruebas Unitarias) 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E81059-E925-AFC6-4917-7E6B214F9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655" y="1739473"/>
            <a:ext cx="4048690" cy="40963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D46AEDA-5401-5893-D98B-E75D7B87E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786" y="2571750"/>
            <a:ext cx="449642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30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8CCA55D-7549-8381-41DF-C0D038D1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796BA4E-DE51-3B9F-57AB-4EB952D96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B2E05F11-4586-FF8E-26FA-39C1B835E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7. P01R01_7_BD_PU(pruebas Unitarias) .sql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05D47A-056F-0B2D-5AFB-50B1B2640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63" y="1712579"/>
            <a:ext cx="4408343" cy="13168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2CC60A5-695E-132E-52F7-AB51F9A2B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073" y="1712579"/>
            <a:ext cx="1867161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60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D9EE2ED2-CEB0-60BA-0326-D6BC3844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>
            <a:extLst>
              <a:ext uri="{FF2B5EF4-FFF2-40B4-BE49-F238E27FC236}">
                <a16:creationId xmlns:a16="http://schemas.microsoft.com/office/drawing/2014/main" id="{11EB2F7B-291C-62DA-38BD-695E50CEC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2466" y="1925444"/>
            <a:ext cx="5157184" cy="14560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Contingencia</a:t>
            </a:r>
            <a:endParaRPr dirty="0"/>
          </a:p>
        </p:txBody>
      </p:sp>
      <p:pic>
        <p:nvPicPr>
          <p:cNvPr id="421" name="Google Shape;421;p39">
            <a:extLst>
              <a:ext uri="{FF2B5EF4-FFF2-40B4-BE49-F238E27FC236}">
                <a16:creationId xmlns:a16="http://schemas.microsoft.com/office/drawing/2014/main" id="{D8CE7E12-BA93-92A0-F7D3-49AFB8F8FC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>
            <a:extLst>
              <a:ext uri="{FF2B5EF4-FFF2-40B4-BE49-F238E27FC236}">
                <a16:creationId xmlns:a16="http://schemas.microsoft.com/office/drawing/2014/main" id="{8813A438-164A-4BC3-A9F6-7FAF9EEC6BBF}"/>
              </a:ext>
            </a:extLst>
          </p:cNvPr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>
              <a:extLst>
                <a:ext uri="{FF2B5EF4-FFF2-40B4-BE49-F238E27FC236}">
                  <a16:creationId xmlns:a16="http://schemas.microsoft.com/office/drawing/2014/main" id="{3D9B95F4-F426-CFD9-437A-1BBE692A76BB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>
              <a:extLst>
                <a:ext uri="{FF2B5EF4-FFF2-40B4-BE49-F238E27FC236}">
                  <a16:creationId xmlns:a16="http://schemas.microsoft.com/office/drawing/2014/main" id="{7E454C58-8CDC-6C72-B82F-FA29D694583E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9964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2243DEA5-8AF7-AF1A-0036-57D2EE18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7573DE3C-0D09-DFA3-89B7-44E98E681A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580BE7E1-89A0-F015-5354-CC3A1E21C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 err="1"/>
              <a:t>Views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DABF814B-40FE-50A8-738D-F82D418559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A17DC723-E3B8-1808-7333-1B428D323A8A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B28AA257-07EB-08DC-3E76-177B3DBA2623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BB5B15D-6A23-8660-1B48-0028406C021B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7464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63A79BDD-A403-3903-DFCE-2927C6C9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C39B37F4-A23A-C1B6-2A3B-818C6BEE0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CC979A5-E076-6989-D1EF-6F8CE4CDA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A. P01R01_BD_A_DropView.sql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3673E5-BA7B-EE8F-5435-ECF595FA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21" y="1526291"/>
            <a:ext cx="4506205" cy="27988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22D1FC-2F9D-2A14-E3B8-BB63B4EA8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690" y="2400764"/>
            <a:ext cx="3926747" cy="87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40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A5E8993F-B992-DDA6-2412-F8AEB758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ACFA1CDE-82CD-2A4C-BB12-FE1D942D6F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03F37BA5-0933-35B9-A1CA-A9EFD74F2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 err="1"/>
              <a:t>Triggers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A03B72A8-B931-CFB5-CF7A-192F4721FC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541D246-8E23-80B6-E597-8DFD2E60A040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ABE81307-9ADA-469B-7AB5-358B103B5628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A062BCB5-8658-EEF5-C48E-CD9C0820FEE7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67054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E0519B66-E732-35AE-30C6-A460E5AE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76958FB4-E5E5-2E62-74CD-879508F316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290EF51E-C8CE-BF75-DB63-3B743E317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872EB1-66EB-A275-F316-6CF10365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91931"/>
            <a:ext cx="3980917" cy="31065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1DEC82-B89E-D165-B312-A28B34C14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06" y="2396736"/>
            <a:ext cx="4009029" cy="74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51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E9906EBE-C671-0258-B36F-ABB051E9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AB2359B5-5D19-98E0-93C4-963202BD2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B801F8B7-4EBA-B32D-658B-A5519AC67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1D1BC9-4E48-10F6-983B-7E71C542B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1" y="1644747"/>
            <a:ext cx="4448887" cy="28314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FA10333-6F8B-9E9E-FC82-B913A148F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848" y="2362762"/>
            <a:ext cx="3738520" cy="65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22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D8013FFF-B56A-FB77-562B-096F0E70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266CB138-3A31-0B81-8055-50DC4611A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7B564347-EA4D-AD73-40CD-96261D5B4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90429E-8D8D-F89B-CFE0-FAA8AE580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4837296" cy="30835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268F047-510D-3A85-9C84-304666930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675" y="2291080"/>
            <a:ext cx="3279733" cy="56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29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781EDEB-EFE9-EFF0-55B5-16775F9F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0D4DE27D-B541-7975-A685-E3B69178D1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608E95B2-EAB5-250A-25D8-8DAD2BEE9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9DF6D6-1BD9-2D8F-873B-6425AC8A5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4201136" cy="26456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589CE9-E5E1-DB6E-88A3-4957C5EC0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957" y="2126353"/>
            <a:ext cx="3722622" cy="65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64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8BD2E45D-9961-4CDE-1421-0407D3EC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0370EF3-B079-8580-DB0A-516D1D3240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2C27D818-6CC6-1B8E-FB7E-3519A6A82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A1155F-3AAA-6E7E-C2DB-4D1FD28E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25" y="1526291"/>
            <a:ext cx="4794960" cy="2996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D4567B-09A5-A670-24F2-A39019060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902" y="2283021"/>
            <a:ext cx="3583020" cy="57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16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82A1B9C5-B23F-F2AF-A7B6-46F7FE40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0F5482F7-B42B-8813-E2C5-27056962A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F86A15A4-435E-D663-C9B8-6A0D7DB7A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989CA3-CB69-2E7A-0AEC-E48680806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5225258" cy="33795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C7B4920-2C0B-597C-19F5-79EB89256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931" y="2452020"/>
            <a:ext cx="3857264" cy="72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039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7A01FFE-B159-E0C7-53CA-13AC8256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E5B8E3E7-F757-7299-54BE-447FDF789A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9D41ACCC-8343-BDD4-5883-435F65A5C8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796" y="2388500"/>
            <a:ext cx="5226194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/>
              <a:t>Store </a:t>
            </a:r>
            <a:r>
              <a:rPr lang="es-MX" dirty="0" err="1"/>
              <a:t>Procedure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6F44A1B-4D4E-13FA-2D9F-DDEAD4403BC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06D74EB7-8D9C-5EA4-A6C9-2975E881EAD4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903E122-8F6A-5D13-722D-05781806C761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10CA8BA6-CE4A-CC2B-19AD-F20979278547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1354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A5E72254-FD5F-56C9-B294-5550F89E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D0F429E-2D9E-A666-661C-F6AE9B6D48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1AE432C9-B3D4-D114-BA6D-A4383A7D5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P01R01_BD_C_DropStoreProcedure.sql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762BC5-1335-C857-3B8D-4AA17EC3B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33858"/>
            <a:ext cx="4865119" cy="28810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C7BDAB-2F54-6480-6F14-C1A929849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836" y="2571750"/>
            <a:ext cx="403916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74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909B329D-6ABF-89BF-CAC4-123F19A3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9E9DE8C-9295-13EF-19F6-BAA2C3992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0E10CA19-E50D-C9F8-EBDA-A96F8C461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C. P01R01_BD_C_DropStoreProcedure.sql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481864-DF81-8758-C781-8870B757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98" y="1526291"/>
            <a:ext cx="4462334" cy="28259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EB30359-2527-30ED-0590-63C7DBAEE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01071"/>
            <a:ext cx="4048690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71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15A1BA76-1D03-8305-9DF6-A90173E9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378A4418-F0C5-0615-5B0F-26AD940660E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61D35A15-82E4-8C5B-BFC0-BB13178260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796" y="2388500"/>
            <a:ext cx="5226194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 err="1"/>
              <a:t>TruncateTable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80BC8D85-357B-A820-56B9-3530E8853CC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96FAEFD9-0516-1F8A-3B93-E1FD345221F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23657AEF-64A1-8E46-617F-A367117C32E7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3B71AEB4-5129-082F-A2C6-2A2F2EE8DC4E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947401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4AC57532-864D-1D9D-FEEC-A7F134A3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D82D68E-2331-D24C-83EC-193DE2FE3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BC8400A6-C299-EDBF-864A-D32ABFF0F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C. P01R01_BD_C_DropStoreProcedure.sql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E6857F-782B-849D-8BB8-5FFBF42A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17" y="1712579"/>
            <a:ext cx="4545088" cy="29984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531BDD-F326-740A-7F98-9076114C4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186" y="2571750"/>
            <a:ext cx="377242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431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804B68F7-A0B8-FBDD-4D51-9AE4031D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BD16175E-3910-08B5-126A-77D8180DC3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C44B054A-7D73-9719-3B4C-ADE40A41A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796" y="2388500"/>
            <a:ext cx="5226194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/>
              <a:t>Table.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6E60BFBD-C40E-5391-FAE2-9F2912131EC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708DBDD4-0E05-1E3F-00FE-11ECCE1E04D3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8B84EB59-405D-F3E7-BC21-A95146408407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3C7637F5-167A-07A4-0E37-7DA9D4C94EA2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93978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E2F98C5A-3FD8-D75A-4372-79170735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B42F5D5F-183C-9931-8FA7-CEA1ABE1A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320DED3D-8303-1B23-B9FE-1A699819E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pt-BR" dirty="0"/>
              <a:t>E. P01R01_BD_E_DropTablesql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712540-315A-6DD2-8CEE-3424FC64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77" y="1632510"/>
            <a:ext cx="4575676" cy="301383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A193D0-594D-58B7-2C63-17334150E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32" y="2434478"/>
            <a:ext cx="3724795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813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0C01825-E92B-AEBB-1957-50E25CE9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6903454-B979-3EAB-79B4-F85EE5DF8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AF89904D-6E7D-EB1A-36B6-32E839060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pt-BR" dirty="0"/>
              <a:t>E. P01R01_BD_E_DropTablesql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E82B50-8DE2-0C91-2EB0-593B1064C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7" y="1467207"/>
            <a:ext cx="5264587" cy="33444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B1D325-DBF1-0119-C9FC-A46FFBDAE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81" y="2320161"/>
            <a:ext cx="3772426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78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AC5B9718-7987-B324-089D-3E77C780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5ED4BFD-F25F-93B3-F8FC-EE60A93974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71A9415-E7D3-77C6-81DC-43C3327F6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pt-BR" dirty="0"/>
              <a:t>E. P01R01_BD_E_DropTablesql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701731-0E16-2613-DE9D-A4ED1392B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26291"/>
            <a:ext cx="4377318" cy="30418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484161B-A053-C4DC-C27A-D26FB40F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952" y="2331590"/>
            <a:ext cx="4534533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691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4A9314A1-C078-6F5D-4D7A-110C8906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4A8207F7-923C-E6DF-0FAF-532388EE9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88C751FF-2E57-5B16-BB06-F3C7E61EA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pt-BR" dirty="0"/>
              <a:t>E. P01R01_BD_E_DropTablesql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DB2051-7A30-40D1-CD27-4057054BE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58" y="1526291"/>
            <a:ext cx="4443138" cy="30577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70E436-5A99-E860-B5C3-9082E3C2C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06" y="2285471"/>
            <a:ext cx="4001058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50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0D666D6-AB8A-7666-F142-F385ADE3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F245E348-6EEA-97C0-64F8-0965D3F4D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9BAD99F6-F1EB-62DD-8D26-ADDB98457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E. P01R01_BD_E_DropTablesql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DA35C6-5EE9-40B8-38B6-B0CE3BC65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35" y="1464526"/>
            <a:ext cx="4357171" cy="31045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69EF1DB-18AA-B7FE-2CE0-6E1FDBE72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95130"/>
            <a:ext cx="3943900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493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05B2532C-94CF-11BF-4F70-D7D952EB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B60F995A-A37F-37AF-9574-1A6CACC7E7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71C2A3D5-DD38-62D1-9AAD-9591BBB1F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796" y="2388500"/>
            <a:ext cx="5226194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 err="1"/>
              <a:t>DataBase</a:t>
            </a:r>
            <a:r>
              <a:rPr lang="es-MX" dirty="0"/>
              <a:t>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A049704-F820-F71B-62F9-65C36117DBD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648CEFEF-B6D3-F486-9CFB-55DADA2CA2CD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D22A660F-294F-0146-4CC9-C8B5C47AF50A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618CA41-68AA-94F2-410D-A4D7B499C28D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59308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CE6F46D-6D19-2041-6D66-1ACE43DB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74FBF3F6-685D-67B0-6BE9-240C4D11B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91F81C22-FFA3-A259-240E-936F978B1C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E. P01R01_BD_E_DropTablesql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C2C831-7D85-2A0B-6CF2-A0B4592D2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5" y="1540695"/>
            <a:ext cx="4420508" cy="32219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E41833-8685-0978-118F-6F9E2B0E1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42" y="2708146"/>
            <a:ext cx="4126908" cy="79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1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EE1FC5AA-C2D5-6AF8-8117-94391FDA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DDDADE7B-C611-E405-ED3B-4BA9DB2B4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543" y="445025"/>
            <a:ext cx="8118069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Diagrama Conceptual de la Base de Datos.</a:t>
            </a:r>
            <a:br>
              <a:rPr lang="es-ES" dirty="0"/>
            </a:b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7A8CDD5-6D37-CCE1-EB79-BE7B1075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698" y="1214664"/>
            <a:ext cx="4148603" cy="353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73047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731</Words>
  <Application>Microsoft Office PowerPoint</Application>
  <PresentationFormat>Presentación en pantalla (16:9)</PresentationFormat>
  <Paragraphs>119</Paragraphs>
  <Slides>58</Slides>
  <Notes>58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58</vt:i4>
      </vt:variant>
    </vt:vector>
  </HeadingPairs>
  <TitlesOfParts>
    <vt:vector size="63" baseType="lpstr">
      <vt:lpstr>Space Grotesk</vt:lpstr>
      <vt:lpstr>Cairo</vt:lpstr>
      <vt:lpstr>Nunito Light</vt:lpstr>
      <vt:lpstr>Arial</vt:lpstr>
      <vt:lpstr>Data Migration Project Proposal by Slidesgo</vt:lpstr>
      <vt:lpstr>PRUEBAS UNITARIAS EN SQL SERVER  </vt:lpstr>
      <vt:lpstr>Descargar scripts para crear BD , Tablas etc. </vt:lpstr>
      <vt:lpstr>Scripts en Ejecución. </vt:lpstr>
      <vt:lpstr>CreateTables.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Carga Inicial.</vt:lpstr>
      <vt:lpstr>Scripts en Ejecución. </vt:lpstr>
      <vt:lpstr>Scripts en Ejecución. </vt:lpstr>
      <vt:lpstr>Scripts en Ejecución. </vt:lpstr>
      <vt:lpstr>Scripts en Ejecución. </vt:lpstr>
      <vt:lpstr>Store Procedure.</vt:lpstr>
      <vt:lpstr>Scripts en Ejecución. </vt:lpstr>
      <vt:lpstr>Scripts en Ejecución. </vt:lpstr>
      <vt:lpstr>Triggers.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Views.</vt:lpstr>
      <vt:lpstr>Scripts en Ejecución. </vt:lpstr>
      <vt:lpstr>Pruebas Unitarias.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Contingencia</vt:lpstr>
      <vt:lpstr>Drop Views.</vt:lpstr>
      <vt:lpstr>Scripts en Ejecución. </vt:lpstr>
      <vt:lpstr>Drop Triggers.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Drop Store Procedure.</vt:lpstr>
      <vt:lpstr>Scripts en Ejecución. </vt:lpstr>
      <vt:lpstr>Scripts en Ejecución. </vt:lpstr>
      <vt:lpstr>Drop TruncateTable.</vt:lpstr>
      <vt:lpstr>Scripts en Ejecución. </vt:lpstr>
      <vt:lpstr>Drop Table.</vt:lpstr>
      <vt:lpstr>Scripts en Ejecución. </vt:lpstr>
      <vt:lpstr>Scripts en Ejecución. </vt:lpstr>
      <vt:lpstr>Scripts en Ejecución. </vt:lpstr>
      <vt:lpstr>Scripts en Ejecución. </vt:lpstr>
      <vt:lpstr>Scripts en Ejecución. </vt:lpstr>
      <vt:lpstr>Drop DataBase.</vt:lpstr>
      <vt:lpstr>Scripts en Ejecución. </vt:lpstr>
      <vt:lpstr>Diagrama Conceptual de la Base de Datos.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Quintero</dc:creator>
  <cp:lastModifiedBy>David Quintero</cp:lastModifiedBy>
  <cp:revision>11</cp:revision>
  <dcterms:modified xsi:type="dcterms:W3CDTF">2026-06-05T04:31:30Z</dcterms:modified>
</cp:coreProperties>
</file>