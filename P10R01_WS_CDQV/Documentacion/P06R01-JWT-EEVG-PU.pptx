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notesMasterIdLst>
    <p:notesMasterId r:id="rId10"/>
  </p:notesMasterIdLst>
  <p:sldIdLst>
    <p:sldId id="256" r:id="rId2"/>
    <p:sldId id="278" r:id="rId3"/>
    <p:sldId id="279" r:id="rId4"/>
    <p:sldId id="276" r:id="rId5"/>
    <p:sldId id="273" r:id="rId6"/>
    <p:sldId id="274" r:id="rId7"/>
    <p:sldId id="275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F091A-AC49-47B7-BD3F-0C9FD5026728}" v="40" dt="2026-06-05T04:26:56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Valencia" userId="15303e223bfaaebd" providerId="LiveId" clId="{CD2E7826-71EC-4B5F-A073-874E8A9BEB1A}"/>
    <pc:docChg chg="undo redo custSel addSld delSld modSld sldOrd modMainMaster">
      <pc:chgData name="Erick Valencia" userId="15303e223bfaaebd" providerId="LiveId" clId="{CD2E7826-71EC-4B5F-A073-874E8A9BEB1A}" dt="2026-06-05T04:27:33.007" v="1891" actId="408"/>
      <pc:docMkLst>
        <pc:docMk/>
      </pc:docMkLst>
      <pc:sldChg chg="addSp delSp modSp mod setBg addAnim delAnim">
        <pc:chgData name="Erick Valencia" userId="15303e223bfaaebd" providerId="LiveId" clId="{CD2E7826-71EC-4B5F-A073-874E8A9BEB1A}" dt="2026-06-05T02:41:59.951" v="1093" actId="20577"/>
        <pc:sldMkLst>
          <pc:docMk/>
          <pc:sldMk cId="762224890" sldId="256"/>
        </pc:sldMkLst>
        <pc:spChg chg="mod">
          <ac:chgData name="Erick Valencia" userId="15303e223bfaaebd" providerId="LiveId" clId="{CD2E7826-71EC-4B5F-A073-874E8A9BEB1A}" dt="2026-06-04T18:27:17.731" v="18" actId="26606"/>
          <ac:spMkLst>
            <pc:docMk/>
            <pc:sldMk cId="762224890" sldId="256"/>
            <ac:spMk id="2" creationId="{129D525E-E3E1-AFE5-205F-A3362CC67506}"/>
          </ac:spMkLst>
        </pc:spChg>
        <pc:spChg chg="mod">
          <ac:chgData name="Erick Valencia" userId="15303e223bfaaebd" providerId="LiveId" clId="{CD2E7826-71EC-4B5F-A073-874E8A9BEB1A}" dt="2026-06-05T02:41:59.951" v="1093" actId="20577"/>
          <ac:spMkLst>
            <pc:docMk/>
            <pc:sldMk cId="762224890" sldId="256"/>
            <ac:spMk id="3" creationId="{E7D65295-122A-5E7E-39C0-174DE8206970}"/>
          </ac:spMkLst>
        </pc:spChg>
        <pc:spChg chg="mod ord">
          <ac:chgData name="Erick Valencia" userId="15303e223bfaaebd" providerId="LiveId" clId="{CD2E7826-71EC-4B5F-A073-874E8A9BEB1A}" dt="2026-06-04T18:27:17.731" v="18" actId="26606"/>
          <ac:spMkLst>
            <pc:docMk/>
            <pc:sldMk cId="762224890" sldId="256"/>
            <ac:spMk id="4" creationId="{712B6D93-587B-50CD-B5F3-AFBE6CA2F7B4}"/>
          </ac:spMkLst>
        </pc:spChg>
        <pc:spChg chg="del mod">
          <ac:chgData name="Erick Valencia" userId="15303e223bfaaebd" providerId="LiveId" clId="{CD2E7826-71EC-4B5F-A073-874E8A9BEB1A}" dt="2026-06-04T18:29:37.941" v="167" actId="478"/>
          <ac:spMkLst>
            <pc:docMk/>
            <pc:sldMk cId="762224890" sldId="256"/>
            <ac:spMk id="5" creationId="{6CC4A00C-A1C3-81D4-BED7-A1A7B7F70527}"/>
          </ac:spMkLst>
        </pc:spChg>
        <pc:spChg chg="add del">
          <ac:chgData name="Erick Valencia" userId="15303e223bfaaebd" providerId="LiveId" clId="{CD2E7826-71EC-4B5F-A073-874E8A9BEB1A}" dt="2026-06-04T18:27:17.715" v="17" actId="26606"/>
          <ac:spMkLst>
            <pc:docMk/>
            <pc:sldMk cId="762224890" sldId="256"/>
            <ac:spMk id="10" creationId="{AB4FFECA-0832-4FE3-B587-054A0F2D8054}"/>
          </ac:spMkLst>
        </pc:spChg>
        <pc:spChg chg="add del">
          <ac:chgData name="Erick Valencia" userId="15303e223bfaaebd" providerId="LiveId" clId="{CD2E7826-71EC-4B5F-A073-874E8A9BEB1A}" dt="2026-06-04T18:27:16.686" v="13" actId="26606"/>
          <ac:spMkLst>
            <pc:docMk/>
            <pc:sldMk cId="762224890" sldId="256"/>
            <ac:spMk id="11" creationId="{89868916-58B2-48F0-B6C8-D995E89772D4}"/>
          </ac:spMkLst>
        </pc:spChg>
        <pc:spChg chg="add del">
          <ac:chgData name="Erick Valencia" userId="15303e223bfaaebd" providerId="LiveId" clId="{CD2E7826-71EC-4B5F-A073-874E8A9BEB1A}" dt="2026-06-04T18:27:17.715" v="17" actId="26606"/>
          <ac:spMkLst>
            <pc:docMk/>
            <pc:sldMk cId="762224890" sldId="256"/>
            <ac:spMk id="12" creationId="{C65858E6-5C0F-4AAE-A1AC-29BA07FFEE5C}"/>
          </ac:spMkLst>
        </pc:spChg>
        <pc:spChg chg="add del">
          <ac:chgData name="Erick Valencia" userId="15303e223bfaaebd" providerId="LiveId" clId="{CD2E7826-71EC-4B5F-A073-874E8A9BEB1A}" dt="2026-06-04T18:27:16.686" v="13" actId="26606"/>
          <ac:spMkLst>
            <pc:docMk/>
            <pc:sldMk cId="762224890" sldId="256"/>
            <ac:spMk id="13" creationId="{BB82496C-9AD4-4916-BAB7-FF3CC04BF625}"/>
          </ac:spMkLst>
        </pc:spChg>
        <pc:spChg chg="add">
          <ac:chgData name="Erick Valencia" userId="15303e223bfaaebd" providerId="LiveId" clId="{CD2E7826-71EC-4B5F-A073-874E8A9BEB1A}" dt="2026-06-04T18:27:17.731" v="18" actId="26606"/>
          <ac:spMkLst>
            <pc:docMk/>
            <pc:sldMk cId="762224890" sldId="256"/>
            <ac:spMk id="14" creationId="{E5FCFD1D-1E9C-4E30-A7D3-F7C247FDC608}"/>
          </ac:spMkLst>
        </pc:spChg>
        <pc:spChg chg="add del">
          <ac:chgData name="Erick Valencia" userId="15303e223bfaaebd" providerId="LiveId" clId="{CD2E7826-71EC-4B5F-A073-874E8A9BEB1A}" dt="2026-06-04T18:27:16.686" v="13" actId="26606"/>
          <ac:spMkLst>
            <pc:docMk/>
            <pc:sldMk cId="762224890" sldId="256"/>
            <ac:spMk id="15" creationId="{517C1286-B472-4907-9B47-E8C9FE290328}"/>
          </ac:spMkLst>
        </pc:spChg>
        <pc:spChg chg="add">
          <ac:chgData name="Erick Valencia" userId="15303e223bfaaebd" providerId="LiveId" clId="{CD2E7826-71EC-4B5F-A073-874E8A9BEB1A}" dt="2026-06-04T18:27:17.731" v="18" actId="26606"/>
          <ac:spMkLst>
            <pc:docMk/>
            <pc:sldMk cId="762224890" sldId="256"/>
            <ac:spMk id="16" creationId="{73AECD97-688D-4AE7-9838-6166202007E2}"/>
          </ac:spMkLst>
        </pc:spChg>
        <pc:spChg chg="add del">
          <ac:chgData name="Erick Valencia" userId="15303e223bfaaebd" providerId="LiveId" clId="{CD2E7826-71EC-4B5F-A073-874E8A9BEB1A}" dt="2026-06-04T18:27:16.686" v="13" actId="26606"/>
          <ac:spMkLst>
            <pc:docMk/>
            <pc:sldMk cId="762224890" sldId="256"/>
            <ac:spMk id="17" creationId="{28B35564-38A4-457A-BD01-15D6F1659414}"/>
          </ac:spMkLst>
        </pc:spChg>
        <pc:spChg chg="add">
          <ac:chgData name="Erick Valencia" userId="15303e223bfaaebd" providerId="LiveId" clId="{CD2E7826-71EC-4B5F-A073-874E8A9BEB1A}" dt="2026-06-04T18:27:17.731" v="18" actId="26606"/>
          <ac:spMkLst>
            <pc:docMk/>
            <pc:sldMk cId="762224890" sldId="256"/>
            <ac:spMk id="18" creationId="{0047FB3A-C0F9-4DD9-A4E0-B203F96AA292}"/>
          </ac:spMkLst>
        </pc:spChg>
        <pc:picChg chg="add del">
          <ac:chgData name="Erick Valencia" userId="15303e223bfaaebd" providerId="LiveId" clId="{CD2E7826-71EC-4B5F-A073-874E8A9BEB1A}" dt="2026-06-04T18:27:16.686" v="13" actId="26606"/>
          <ac:picMkLst>
            <pc:docMk/>
            <pc:sldMk cId="762224890" sldId="256"/>
            <ac:picMk id="7" creationId="{D3CD7600-F32D-3B17-F736-7E05A8FB60DB}"/>
          </ac:picMkLst>
        </pc:picChg>
      </pc:sldChg>
      <pc:sldChg chg="addSp delSp modSp mod">
        <pc:chgData name="Erick Valencia" userId="15303e223bfaaebd" providerId="LiveId" clId="{CD2E7826-71EC-4B5F-A073-874E8A9BEB1A}" dt="2026-06-05T02:09:05.253" v="750" actId="20577"/>
        <pc:sldMkLst>
          <pc:docMk/>
          <pc:sldMk cId="3523932000" sldId="257"/>
        </pc:sldMkLst>
        <pc:spChg chg="mod">
          <ac:chgData name="Erick Valencia" userId="15303e223bfaaebd" providerId="LiveId" clId="{CD2E7826-71EC-4B5F-A073-874E8A9BEB1A}" dt="2026-06-05T02:08:48.540" v="712" actId="20577"/>
          <ac:spMkLst>
            <pc:docMk/>
            <pc:sldMk cId="3523932000" sldId="257"/>
            <ac:spMk id="2" creationId="{B3231ED1-7E9C-F6EF-5DE8-026CF0DF77B2}"/>
          </ac:spMkLst>
        </pc:spChg>
        <pc:spChg chg="mod">
          <ac:chgData name="Erick Valencia" userId="15303e223bfaaebd" providerId="LiveId" clId="{CD2E7826-71EC-4B5F-A073-874E8A9BEB1A}" dt="2026-06-05T02:09:05.253" v="750" actId="20577"/>
          <ac:spMkLst>
            <pc:docMk/>
            <pc:sldMk cId="3523932000" sldId="257"/>
            <ac:spMk id="3" creationId="{B3227869-4E84-82CA-2353-8AC163D084F2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523932000" sldId="257"/>
            <ac:spMk id="4" creationId="{0505D41E-AD98-EF83-F761-B02E9FFE8101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523932000" sldId="257"/>
            <ac:spMk id="5" creationId="{CC47445D-F438-E20F-2820-016721E24540}"/>
          </ac:spMkLst>
        </pc:spChg>
        <pc:picChg chg="add mod">
          <ac:chgData name="Erick Valencia" userId="15303e223bfaaebd" providerId="LiveId" clId="{CD2E7826-71EC-4B5F-A073-874E8A9BEB1A}" dt="2026-06-05T02:04:45.541" v="691" actId="1076"/>
          <ac:picMkLst>
            <pc:docMk/>
            <pc:sldMk cId="3523932000" sldId="257"/>
            <ac:picMk id="7" creationId="{43AF7327-0E7A-D88B-C018-38E3E1E45111}"/>
          </ac:picMkLst>
        </pc:picChg>
        <pc:picChg chg="add mod">
          <ac:chgData name="Erick Valencia" userId="15303e223bfaaebd" providerId="LiveId" clId="{CD2E7826-71EC-4B5F-A073-874E8A9BEB1A}" dt="2026-06-05T02:07:17.022" v="695" actId="1076"/>
          <ac:picMkLst>
            <pc:docMk/>
            <pc:sldMk cId="3523932000" sldId="257"/>
            <ac:picMk id="8" creationId="{FEEC5F47-AC45-765A-99F5-0DCA65E8C775}"/>
          </ac:picMkLst>
        </pc:picChg>
        <pc:picChg chg="del">
          <ac:chgData name="Erick Valencia" userId="15303e223bfaaebd" providerId="LiveId" clId="{CD2E7826-71EC-4B5F-A073-874E8A9BEB1A}" dt="2026-06-05T02:04:39.227" v="686" actId="478"/>
          <ac:picMkLst>
            <pc:docMk/>
            <pc:sldMk cId="3523932000" sldId="257"/>
            <ac:picMk id="9" creationId="{61681E40-6AEE-7EC8-51F0-F8D462CDAEBD}"/>
          </ac:picMkLst>
        </pc:picChg>
        <pc:picChg chg="del mod">
          <ac:chgData name="Erick Valencia" userId="15303e223bfaaebd" providerId="LiveId" clId="{CD2E7826-71EC-4B5F-A073-874E8A9BEB1A}" dt="2026-06-05T02:07:10.302" v="693" actId="478"/>
          <ac:picMkLst>
            <pc:docMk/>
            <pc:sldMk cId="3523932000" sldId="257"/>
            <ac:picMk id="1026" creationId="{F25E944A-90E9-61BF-1E46-70C4E2B66161}"/>
          </ac:picMkLst>
        </pc:picChg>
      </pc:sldChg>
      <pc:sldChg chg="addSp delSp modSp mod">
        <pc:chgData name="Erick Valencia" userId="15303e223bfaaebd" providerId="LiveId" clId="{CD2E7826-71EC-4B5F-A073-874E8A9BEB1A}" dt="2026-06-05T03:56:51.816" v="1449" actId="408"/>
        <pc:sldMkLst>
          <pc:docMk/>
          <pc:sldMk cId="2642604138" sldId="258"/>
        </pc:sldMkLst>
        <pc:spChg chg="mod">
          <ac:chgData name="Erick Valencia" userId="15303e223bfaaebd" providerId="LiveId" clId="{CD2E7826-71EC-4B5F-A073-874E8A9BEB1A}" dt="2026-06-05T03:56:36.833" v="1446" actId="27636"/>
          <ac:spMkLst>
            <pc:docMk/>
            <pc:sldMk cId="2642604138" sldId="258"/>
            <ac:spMk id="2" creationId="{F247493E-9A92-D330-430B-BEB533CA24E0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2642604138" sldId="258"/>
            <ac:spMk id="4" creationId="{271A93B0-E616-AB93-3DB9-C9D968EE84B8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2642604138" sldId="258"/>
            <ac:spMk id="5" creationId="{2821D796-65C4-302E-AF50-912BFBAB3AD8}"/>
          </ac:spMkLst>
        </pc:spChg>
        <pc:spChg chg="add del mod">
          <ac:chgData name="Erick Valencia" userId="15303e223bfaaebd" providerId="LiveId" clId="{CD2E7826-71EC-4B5F-A073-874E8A9BEB1A}" dt="2026-06-05T03:52:01.350" v="1404" actId="478"/>
          <ac:spMkLst>
            <pc:docMk/>
            <pc:sldMk cId="2642604138" sldId="258"/>
            <ac:spMk id="6" creationId="{844D0F04-236D-AAF4-D41B-F2DBC81306B7}"/>
          </ac:spMkLst>
        </pc:spChg>
        <pc:picChg chg="del mod">
          <ac:chgData name="Erick Valencia" userId="15303e223bfaaebd" providerId="LiveId" clId="{CD2E7826-71EC-4B5F-A073-874E8A9BEB1A}" dt="2026-06-05T03:51:58.621" v="1403" actId="478"/>
          <ac:picMkLst>
            <pc:docMk/>
            <pc:sldMk cId="2642604138" sldId="258"/>
            <ac:picMk id="7" creationId="{401DC8DC-BFF3-644D-91FB-2A6A3EBE3D53}"/>
          </ac:picMkLst>
        </pc:picChg>
        <pc:picChg chg="add mod">
          <ac:chgData name="Erick Valencia" userId="15303e223bfaaebd" providerId="LiveId" clId="{CD2E7826-71EC-4B5F-A073-874E8A9BEB1A}" dt="2026-06-05T03:56:51.816" v="1449" actId="408"/>
          <ac:picMkLst>
            <pc:docMk/>
            <pc:sldMk cId="2642604138" sldId="258"/>
            <ac:picMk id="9" creationId="{0E49A203-E6A6-5DAD-3945-4A5BDED2B35C}"/>
          </ac:picMkLst>
        </pc:picChg>
      </pc:sldChg>
      <pc:sldChg chg="modSp del mod">
        <pc:chgData name="Erick Valencia" userId="15303e223bfaaebd" providerId="LiveId" clId="{CD2E7826-71EC-4B5F-A073-874E8A9BEB1A}" dt="2026-06-05T02:11:41.295" v="752" actId="2696"/>
        <pc:sldMkLst>
          <pc:docMk/>
          <pc:sldMk cId="2412541186" sldId="259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2412541186" sldId="259"/>
            <ac:spMk id="2" creationId="{E3390C3C-4117-8B74-2225-D28DBD6474F0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2412541186" sldId="259"/>
            <ac:spMk id="3" creationId="{133A7AEA-6FBE-2EB8-C6EA-2E671889DC48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2412541186" sldId="259"/>
            <ac:spMk id="4" creationId="{44E78F87-4BFB-FA7E-83C1-FF43E986FD4F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2412541186" sldId="259"/>
            <ac:spMk id="5" creationId="{3330617B-268B-F15E-8D18-57A4E1AEF20C}"/>
          </ac:spMkLst>
        </pc:spChg>
      </pc:sldChg>
      <pc:sldChg chg="modSp del mod">
        <pc:chgData name="Erick Valencia" userId="15303e223bfaaebd" providerId="LiveId" clId="{CD2E7826-71EC-4B5F-A073-874E8A9BEB1A}" dt="2026-06-05T02:11:36.257" v="751" actId="2696"/>
        <pc:sldMkLst>
          <pc:docMk/>
          <pc:sldMk cId="1412834833" sldId="260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1412834833" sldId="260"/>
            <ac:spMk id="2" creationId="{0632D715-EE35-3964-AADA-0CC47319B328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412834833" sldId="260"/>
            <ac:spMk id="3" creationId="{ABB8B149-6D8C-8E91-5604-BDE734D8BFF1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412834833" sldId="260"/>
            <ac:spMk id="4" creationId="{41CE4661-4D06-33C4-0F2F-BDEDF458B64D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1412834833" sldId="260"/>
            <ac:spMk id="5" creationId="{28CBB648-2E96-6B38-B327-37F90F1B41FC}"/>
          </ac:spMkLst>
        </pc:spChg>
      </pc:sldChg>
      <pc:sldChg chg="addSp delSp modSp mod">
        <pc:chgData name="Erick Valencia" userId="15303e223bfaaebd" providerId="LiveId" clId="{CD2E7826-71EC-4B5F-A073-874E8A9BEB1A}" dt="2026-06-05T02:41:45.693" v="1092" actId="255"/>
        <pc:sldMkLst>
          <pc:docMk/>
          <pc:sldMk cId="1891697138" sldId="261"/>
        </pc:sldMkLst>
        <pc:spChg chg="mod">
          <ac:chgData name="Erick Valencia" userId="15303e223bfaaebd" providerId="LiveId" clId="{CD2E7826-71EC-4B5F-A073-874E8A9BEB1A}" dt="2026-06-05T02:16:41.501" v="841" actId="14100"/>
          <ac:spMkLst>
            <pc:docMk/>
            <pc:sldMk cId="1891697138" sldId="261"/>
            <ac:spMk id="2" creationId="{B45D957B-3EBE-779D-B7ED-4D8CB6C1952A}"/>
          </ac:spMkLst>
        </pc:spChg>
        <pc:spChg chg="mod">
          <ac:chgData name="Erick Valencia" userId="15303e223bfaaebd" providerId="LiveId" clId="{CD2E7826-71EC-4B5F-A073-874E8A9BEB1A}" dt="2026-06-05T02:41:45.693" v="1092" actId="255"/>
          <ac:spMkLst>
            <pc:docMk/>
            <pc:sldMk cId="1891697138" sldId="261"/>
            <ac:spMk id="3" creationId="{105670FC-AD4D-3D63-3D71-E7F5AC0BFC4C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891697138" sldId="261"/>
            <ac:spMk id="4" creationId="{0570BF88-74B1-4EB3-FB58-999282135968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1891697138" sldId="261"/>
            <ac:spMk id="5" creationId="{42E40BD0-5F26-4996-98DF-6A030176478B}"/>
          </ac:spMkLst>
        </pc:spChg>
        <pc:spChg chg="add mod">
          <ac:chgData name="Erick Valencia" userId="15303e223bfaaebd" providerId="LiveId" clId="{CD2E7826-71EC-4B5F-A073-874E8A9BEB1A}" dt="2026-06-05T02:17:46.867" v="925" actId="1076"/>
          <ac:spMkLst>
            <pc:docMk/>
            <pc:sldMk cId="1891697138" sldId="261"/>
            <ac:spMk id="9" creationId="{DAC8F0DB-8650-0CB3-884F-A2AC75DD172C}"/>
          </ac:spMkLst>
        </pc:spChg>
        <pc:picChg chg="del mod">
          <ac:chgData name="Erick Valencia" userId="15303e223bfaaebd" providerId="LiveId" clId="{CD2E7826-71EC-4B5F-A073-874E8A9BEB1A}" dt="2026-06-05T02:14:20.959" v="828" actId="478"/>
          <ac:picMkLst>
            <pc:docMk/>
            <pc:sldMk cId="1891697138" sldId="261"/>
            <ac:picMk id="7" creationId="{ADA024B7-F380-23B0-8A78-268556316F9C}"/>
          </ac:picMkLst>
        </pc:picChg>
        <pc:picChg chg="add mod">
          <ac:chgData name="Erick Valencia" userId="15303e223bfaaebd" providerId="LiveId" clId="{CD2E7826-71EC-4B5F-A073-874E8A9BEB1A}" dt="2026-06-05T02:35:58.821" v="974" actId="408"/>
          <ac:picMkLst>
            <pc:docMk/>
            <pc:sldMk cId="1891697138" sldId="261"/>
            <ac:picMk id="8" creationId="{B5E660C0-5FBA-D550-AD0F-774A16D91EBF}"/>
          </ac:picMkLst>
        </pc:picChg>
      </pc:sldChg>
      <pc:sldChg chg="modSp del mod">
        <pc:chgData name="Erick Valencia" userId="15303e223bfaaebd" providerId="LiveId" clId="{CD2E7826-71EC-4B5F-A073-874E8A9BEB1A}" dt="2026-06-05T02:19:17.691" v="927" actId="2696"/>
        <pc:sldMkLst>
          <pc:docMk/>
          <pc:sldMk cId="384589892" sldId="262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384589892" sldId="262"/>
            <ac:spMk id="2" creationId="{4EC80499-624C-E3B1-A97E-97A8739E7234}"/>
          </ac:spMkLst>
        </pc:spChg>
        <pc:spChg chg="mod">
          <ac:chgData name="Erick Valencia" userId="15303e223bfaaebd" providerId="LiveId" clId="{CD2E7826-71EC-4B5F-A073-874E8A9BEB1A}" dt="2026-06-05T02:12:18.628" v="766" actId="20577"/>
          <ac:spMkLst>
            <pc:docMk/>
            <pc:sldMk cId="384589892" sldId="262"/>
            <ac:spMk id="3" creationId="{B58D4E8E-0712-664A-5851-6564E9FDAF2F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84589892" sldId="262"/>
            <ac:spMk id="4" creationId="{1DC4C398-56CB-1AF1-DCA4-BA125F2B6642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84589892" sldId="262"/>
            <ac:spMk id="5" creationId="{0E888C05-C928-3467-5F9A-76B0806927BE}"/>
          </ac:spMkLst>
        </pc:spChg>
      </pc:sldChg>
      <pc:sldChg chg="modSp del">
        <pc:chgData name="Erick Valencia" userId="15303e223bfaaebd" providerId="LiveId" clId="{CD2E7826-71EC-4B5F-A073-874E8A9BEB1A}" dt="2026-06-05T02:19:41.563" v="936" actId="47"/>
        <pc:sldMkLst>
          <pc:docMk/>
          <pc:sldMk cId="1248789321" sldId="263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1248789321" sldId="263"/>
            <ac:spMk id="2" creationId="{752D16BE-3977-3385-66E0-BC88E09E9F03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248789321" sldId="263"/>
            <ac:spMk id="3" creationId="{9FE92AE2-B13A-BD45-41D1-E49AB272F75B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248789321" sldId="263"/>
            <ac:spMk id="4" creationId="{A8D4B0F9-E866-CD06-C078-577799677189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1248789321" sldId="263"/>
            <ac:spMk id="5" creationId="{F333E78C-6B94-CB4E-D793-E8F41BB8DBC6}"/>
          </ac:spMkLst>
        </pc:spChg>
      </pc:sldChg>
      <pc:sldChg chg="modSp del">
        <pc:chgData name="Erick Valencia" userId="15303e223bfaaebd" providerId="LiveId" clId="{CD2E7826-71EC-4B5F-A073-874E8A9BEB1A}" dt="2026-06-05T02:19:40.707" v="935" actId="47"/>
        <pc:sldMkLst>
          <pc:docMk/>
          <pc:sldMk cId="705029598" sldId="264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705029598" sldId="264"/>
            <ac:spMk id="2" creationId="{982C27FA-0035-2836-2878-CD99EF5E44FB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705029598" sldId="264"/>
            <ac:spMk id="3" creationId="{7B1B0266-0D1F-136A-369D-001A196E7F50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705029598" sldId="264"/>
            <ac:spMk id="4" creationId="{1300BD0D-1462-445D-3DD4-E1074A93F2C4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705029598" sldId="264"/>
            <ac:spMk id="5" creationId="{D31F300E-827C-23AC-50FC-E1C7519CBA04}"/>
          </ac:spMkLst>
        </pc:spChg>
      </pc:sldChg>
      <pc:sldChg chg="modSp del">
        <pc:chgData name="Erick Valencia" userId="15303e223bfaaebd" providerId="LiveId" clId="{CD2E7826-71EC-4B5F-A073-874E8A9BEB1A}" dt="2026-06-05T02:19:39.961" v="934" actId="47"/>
        <pc:sldMkLst>
          <pc:docMk/>
          <pc:sldMk cId="1476796253" sldId="265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1476796253" sldId="265"/>
            <ac:spMk id="2" creationId="{E8E6BAB1-0B42-FEB2-0890-51F6EDCE2E26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476796253" sldId="265"/>
            <ac:spMk id="3" creationId="{15E873BD-85C5-C00B-2CF6-2E46A67E887F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476796253" sldId="265"/>
            <ac:spMk id="4" creationId="{10FE7565-BB28-1BA7-FE56-562E570E2C65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1476796253" sldId="265"/>
            <ac:spMk id="5" creationId="{5704C768-E541-DB0A-F840-273C9B1D8768}"/>
          </ac:spMkLst>
        </pc:spChg>
      </pc:sldChg>
      <pc:sldChg chg="modSp del">
        <pc:chgData name="Erick Valencia" userId="15303e223bfaaebd" providerId="LiveId" clId="{CD2E7826-71EC-4B5F-A073-874E8A9BEB1A}" dt="2026-06-05T02:19:39.188" v="933" actId="47"/>
        <pc:sldMkLst>
          <pc:docMk/>
          <pc:sldMk cId="3491284757" sldId="266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3491284757" sldId="266"/>
            <ac:spMk id="2" creationId="{EE97F727-DDD0-FFE9-B120-AA12B3C5F8F5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491284757" sldId="266"/>
            <ac:spMk id="3" creationId="{D0066C16-9838-0A52-14D8-264D23B8357A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491284757" sldId="266"/>
            <ac:spMk id="4" creationId="{0B3EFEC8-A5A9-3F5E-C11E-3FC4765D9310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491284757" sldId="266"/>
            <ac:spMk id="5" creationId="{0D0E8DB1-6AC1-5B0F-B1A7-E5AA8A701CF9}"/>
          </ac:spMkLst>
        </pc:spChg>
      </pc:sldChg>
      <pc:sldChg chg="modSp del">
        <pc:chgData name="Erick Valencia" userId="15303e223bfaaebd" providerId="LiveId" clId="{CD2E7826-71EC-4B5F-A073-874E8A9BEB1A}" dt="2026-06-05T02:19:38.321" v="932" actId="47"/>
        <pc:sldMkLst>
          <pc:docMk/>
          <pc:sldMk cId="1729122086" sldId="267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1729122086" sldId="267"/>
            <ac:spMk id="2" creationId="{BB6C81CF-DFF5-C938-AC7C-F1A348444A4D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729122086" sldId="267"/>
            <ac:spMk id="3" creationId="{D412AB1E-6B3D-4647-0DF2-D7183D644A55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729122086" sldId="267"/>
            <ac:spMk id="4" creationId="{33991C25-FD76-5716-E816-119BE21471DA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1729122086" sldId="267"/>
            <ac:spMk id="5" creationId="{EDA7BD41-CCD2-34BB-3B50-DF4EE1885F6A}"/>
          </ac:spMkLst>
        </pc:spChg>
      </pc:sldChg>
      <pc:sldChg chg="modSp del">
        <pc:chgData name="Erick Valencia" userId="15303e223bfaaebd" providerId="LiveId" clId="{CD2E7826-71EC-4B5F-A073-874E8A9BEB1A}" dt="2026-06-05T02:19:37.523" v="931" actId="47"/>
        <pc:sldMkLst>
          <pc:docMk/>
          <pc:sldMk cId="872795241" sldId="268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872795241" sldId="268"/>
            <ac:spMk id="2" creationId="{D29C5737-0B86-770B-C296-1BD52F95C0A5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872795241" sldId="268"/>
            <ac:spMk id="3" creationId="{B5D972F4-A025-AAB9-4004-33B706F350D5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872795241" sldId="268"/>
            <ac:spMk id="4" creationId="{EB3B5AA5-C016-4470-39BB-B0C63BA68BB6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872795241" sldId="268"/>
            <ac:spMk id="5" creationId="{14D3B82C-CAED-6D36-D8CF-5C9128115BB4}"/>
          </ac:spMkLst>
        </pc:spChg>
      </pc:sldChg>
      <pc:sldChg chg="modSp del">
        <pc:chgData name="Erick Valencia" userId="15303e223bfaaebd" providerId="LiveId" clId="{CD2E7826-71EC-4B5F-A073-874E8A9BEB1A}" dt="2026-06-05T02:19:36.745" v="930" actId="47"/>
        <pc:sldMkLst>
          <pc:docMk/>
          <pc:sldMk cId="2165298712" sldId="269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2165298712" sldId="269"/>
            <ac:spMk id="2" creationId="{5D31EA01-F581-B12C-4447-4FDCFFBCF5B9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2165298712" sldId="269"/>
            <ac:spMk id="3" creationId="{CE886FEA-EFE0-9DFF-1B22-97D4E6F0E7EA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2165298712" sldId="269"/>
            <ac:spMk id="4" creationId="{2A028EC9-1AA2-8F2D-6B00-E6F8600048BD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2165298712" sldId="269"/>
            <ac:spMk id="5" creationId="{F4A02AD2-EB0F-84DD-C001-BAC26A918FD7}"/>
          </ac:spMkLst>
        </pc:spChg>
      </pc:sldChg>
      <pc:sldChg chg="modSp del">
        <pc:chgData name="Erick Valencia" userId="15303e223bfaaebd" providerId="LiveId" clId="{CD2E7826-71EC-4B5F-A073-874E8A9BEB1A}" dt="2026-06-05T02:19:35.843" v="929" actId="47"/>
        <pc:sldMkLst>
          <pc:docMk/>
          <pc:sldMk cId="3158833633" sldId="270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3158833633" sldId="270"/>
            <ac:spMk id="2" creationId="{E210D7E7-91A0-393E-60EB-C95C1C043443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158833633" sldId="270"/>
            <ac:spMk id="3" creationId="{3F92F6CB-7478-E096-2960-8D3037C033A6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158833633" sldId="270"/>
            <ac:spMk id="4" creationId="{9D6B2526-4377-28B0-E1E9-5EA30F103CBD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158833633" sldId="270"/>
            <ac:spMk id="5" creationId="{6B9051D7-875B-558A-614F-C6FF3DB95E83}"/>
          </ac:spMkLst>
        </pc:spChg>
      </pc:sldChg>
      <pc:sldChg chg="modSp del">
        <pc:chgData name="Erick Valencia" userId="15303e223bfaaebd" providerId="LiveId" clId="{CD2E7826-71EC-4B5F-A073-874E8A9BEB1A}" dt="2026-06-05T02:19:35.159" v="928" actId="47"/>
        <pc:sldMkLst>
          <pc:docMk/>
          <pc:sldMk cId="3660966289" sldId="271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3660966289" sldId="271"/>
            <ac:spMk id="2" creationId="{53EBE33C-F855-BF76-3F36-8C4A1A04E4E3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660966289" sldId="271"/>
            <ac:spMk id="3" creationId="{8CFD1519-D4E8-0603-E644-962C7166C118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660966289" sldId="271"/>
            <ac:spMk id="4" creationId="{87B1D822-E2DE-9BFB-23AF-9690191D2CD6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660966289" sldId="271"/>
            <ac:spMk id="5" creationId="{F90FBB4D-7B7E-E4E8-27B3-0CD69B9B1EA3}"/>
          </ac:spMkLst>
        </pc:spChg>
      </pc:sldChg>
      <pc:sldChg chg="addSp delSp modSp mod">
        <pc:chgData name="Erick Valencia" userId="15303e223bfaaebd" providerId="LiveId" clId="{CD2E7826-71EC-4B5F-A073-874E8A9BEB1A}" dt="2026-06-05T04:24:26.592" v="1810" actId="1076"/>
        <pc:sldMkLst>
          <pc:docMk/>
          <pc:sldMk cId="303630572" sldId="272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303630572" sldId="272"/>
            <ac:spMk id="2" creationId="{85981F92-6BB5-37AF-4492-75200DF97238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03630572" sldId="272"/>
            <ac:spMk id="4" creationId="{42099A12-B3E0-6C68-416B-FE520794D0A7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03630572" sldId="272"/>
            <ac:spMk id="5" creationId="{93F7B085-7104-3E63-9851-CDF1C7AC7B63}"/>
          </ac:spMkLst>
        </pc:spChg>
        <pc:spChg chg="add del mod">
          <ac:chgData name="Erick Valencia" userId="15303e223bfaaebd" providerId="LiveId" clId="{CD2E7826-71EC-4B5F-A073-874E8A9BEB1A}" dt="2026-06-05T04:06:27.401" v="1463" actId="478"/>
          <ac:spMkLst>
            <pc:docMk/>
            <pc:sldMk cId="303630572" sldId="272"/>
            <ac:spMk id="6" creationId="{F2A706BA-6D05-A9E8-B389-E1CD0B32776A}"/>
          </ac:spMkLst>
        </pc:spChg>
        <pc:spChg chg="mod">
          <ac:chgData name="Erick Valencia" userId="15303e223bfaaebd" providerId="LiveId" clId="{CD2E7826-71EC-4B5F-A073-874E8A9BEB1A}" dt="2026-06-05T04:24:26.592" v="1810" actId="1076"/>
          <ac:spMkLst>
            <pc:docMk/>
            <pc:sldMk cId="303630572" sldId="272"/>
            <ac:spMk id="8" creationId="{0C28FBE9-0ED4-1D6B-8BDD-74105FA65A37}"/>
          </ac:spMkLst>
        </pc:spChg>
        <pc:spChg chg="add mod">
          <ac:chgData name="Erick Valencia" userId="15303e223bfaaebd" providerId="LiveId" clId="{CD2E7826-71EC-4B5F-A073-874E8A9BEB1A}" dt="2026-06-05T04:07:19.684" v="1473" actId="14100"/>
          <ac:spMkLst>
            <pc:docMk/>
            <pc:sldMk cId="303630572" sldId="272"/>
            <ac:spMk id="12" creationId="{B3A5FC22-65AB-D465-85F1-C208BC3DBCCB}"/>
          </ac:spMkLst>
        </pc:spChg>
        <pc:picChg chg="del mod">
          <ac:chgData name="Erick Valencia" userId="15303e223bfaaebd" providerId="LiveId" clId="{CD2E7826-71EC-4B5F-A073-874E8A9BEB1A}" dt="2026-06-05T04:06:16.367" v="1461" actId="478"/>
          <ac:picMkLst>
            <pc:docMk/>
            <pc:sldMk cId="303630572" sldId="272"/>
            <ac:picMk id="7" creationId="{2532EC1F-9645-46EA-2BA3-CD2E460330EC}"/>
          </ac:picMkLst>
        </pc:picChg>
        <pc:picChg chg="add mod">
          <ac:chgData name="Erick Valencia" userId="15303e223bfaaebd" providerId="LiveId" clId="{CD2E7826-71EC-4B5F-A073-874E8A9BEB1A}" dt="2026-06-05T04:06:54.804" v="1467" actId="1076"/>
          <ac:picMkLst>
            <pc:docMk/>
            <pc:sldMk cId="303630572" sldId="272"/>
            <ac:picMk id="10" creationId="{07CEBBBA-6171-C3F8-30DC-164F713C0E9A}"/>
          </ac:picMkLst>
        </pc:picChg>
      </pc:sldChg>
      <pc:sldChg chg="addSp delSp modSp mod">
        <pc:chgData name="Erick Valencia" userId="15303e223bfaaebd" providerId="LiveId" clId="{CD2E7826-71EC-4B5F-A073-874E8A9BEB1A}" dt="2026-06-05T01:58:32.492" v="528" actId="20577"/>
        <pc:sldMkLst>
          <pc:docMk/>
          <pc:sldMk cId="1294930341" sldId="273"/>
        </pc:sldMkLst>
        <pc:spChg chg="mod">
          <ac:chgData name="Erick Valencia" userId="15303e223bfaaebd" providerId="LiveId" clId="{CD2E7826-71EC-4B5F-A073-874E8A9BEB1A}" dt="2026-06-05T01:58:32.492" v="528" actId="20577"/>
          <ac:spMkLst>
            <pc:docMk/>
            <pc:sldMk cId="1294930341" sldId="273"/>
            <ac:spMk id="2" creationId="{1542A600-F061-5A91-A97A-548C09249C95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294930341" sldId="273"/>
            <ac:spMk id="3" creationId="{192B608F-B72F-1C40-003E-A9931B0B4FE3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294930341" sldId="273"/>
            <ac:spMk id="4" creationId="{2FBE7A08-1A11-AE8B-BBC1-D5658B53090C}"/>
          </ac:spMkLst>
        </pc:spChg>
        <pc:spChg chg="mod">
          <ac:chgData name="Erick Valencia" userId="15303e223bfaaebd" providerId="LiveId" clId="{CD2E7826-71EC-4B5F-A073-874E8A9BEB1A}" dt="2026-06-04T18:45:30.270" v="255" actId="20577"/>
          <ac:spMkLst>
            <pc:docMk/>
            <pc:sldMk cId="1294930341" sldId="273"/>
            <ac:spMk id="5" creationId="{2BCD5461-5AA7-B0F8-328B-F2CF1CFC7855}"/>
          </ac:spMkLst>
        </pc:spChg>
        <pc:picChg chg="add del">
          <ac:chgData name="Erick Valencia" userId="15303e223bfaaebd" providerId="LiveId" clId="{CD2E7826-71EC-4B5F-A073-874E8A9BEB1A}" dt="2026-06-04T18:44:36.682" v="178" actId="478"/>
          <ac:picMkLst>
            <pc:docMk/>
            <pc:sldMk cId="1294930341" sldId="273"/>
            <ac:picMk id="7" creationId="{614476F9-D34E-5835-08FF-4C48BEE77D7B}"/>
          </ac:picMkLst>
        </pc:picChg>
        <pc:picChg chg="add del mod">
          <ac:chgData name="Erick Valencia" userId="15303e223bfaaebd" providerId="LiveId" clId="{CD2E7826-71EC-4B5F-A073-874E8A9BEB1A}" dt="2026-06-04T18:44:15.794" v="174" actId="22"/>
          <ac:picMkLst>
            <pc:docMk/>
            <pc:sldMk cId="1294930341" sldId="273"/>
            <ac:picMk id="8" creationId="{F0840B9E-85B9-85B9-F54C-7F4DFDBD200D}"/>
          </ac:picMkLst>
        </pc:picChg>
        <pc:picChg chg="add mod">
          <ac:chgData name="Erick Valencia" userId="15303e223bfaaebd" providerId="LiveId" clId="{CD2E7826-71EC-4B5F-A073-874E8A9BEB1A}" dt="2026-06-04T18:45:13.699" v="185" actId="1076"/>
          <ac:picMkLst>
            <pc:docMk/>
            <pc:sldMk cId="1294930341" sldId="273"/>
            <ac:picMk id="10" creationId="{0C228BA3-4689-68A6-4835-37BA4EB5EAE9}"/>
          </ac:picMkLst>
        </pc:picChg>
      </pc:sldChg>
      <pc:sldChg chg="addSp delSp modSp mod">
        <pc:chgData name="Erick Valencia" userId="15303e223bfaaebd" providerId="LiveId" clId="{CD2E7826-71EC-4B5F-A073-874E8A9BEB1A}" dt="2026-06-05T02:01:12.664" v="629" actId="20577"/>
        <pc:sldMkLst>
          <pc:docMk/>
          <pc:sldMk cId="3192418829" sldId="274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3192418829" sldId="274"/>
            <ac:spMk id="2" creationId="{38B3D81A-2BBF-A5EA-86A9-9DB139559F3F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3192418829" sldId="274"/>
            <ac:spMk id="4" creationId="{404C3B7B-3A28-070C-2E8C-11E12D60702D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3192418829" sldId="274"/>
            <ac:spMk id="5" creationId="{93A9AF0C-AD07-AC4D-A400-EC24F6214699}"/>
          </ac:spMkLst>
        </pc:spChg>
        <pc:spChg chg="add del mod">
          <ac:chgData name="Erick Valencia" userId="15303e223bfaaebd" providerId="LiveId" clId="{CD2E7826-71EC-4B5F-A073-874E8A9BEB1A}" dt="2026-06-05T01:51:26.073" v="374" actId="478"/>
          <ac:spMkLst>
            <pc:docMk/>
            <pc:sldMk cId="3192418829" sldId="274"/>
            <ac:spMk id="6" creationId="{E6F7C9E0-EF83-B7BB-8B5C-60B45398A18A}"/>
          </ac:spMkLst>
        </pc:spChg>
        <pc:spChg chg="mod">
          <ac:chgData name="Erick Valencia" userId="15303e223bfaaebd" providerId="LiveId" clId="{CD2E7826-71EC-4B5F-A073-874E8A9BEB1A}" dt="2026-06-05T02:01:12.664" v="629" actId="20577"/>
          <ac:spMkLst>
            <pc:docMk/>
            <pc:sldMk cId="3192418829" sldId="274"/>
            <ac:spMk id="8" creationId="{6F4BF969-3387-82AB-FDE0-CBD50D59B928}"/>
          </ac:spMkLst>
        </pc:spChg>
        <pc:spChg chg="add mod">
          <ac:chgData name="Erick Valencia" userId="15303e223bfaaebd" providerId="LiveId" clId="{CD2E7826-71EC-4B5F-A073-874E8A9BEB1A}" dt="2026-06-05T01:56:11.550" v="478" actId="164"/>
          <ac:spMkLst>
            <pc:docMk/>
            <pc:sldMk cId="3192418829" sldId="274"/>
            <ac:spMk id="16" creationId="{FF61C0E0-C6ED-B2A2-8445-258D15B49B41}"/>
          </ac:spMkLst>
        </pc:spChg>
        <pc:grpChg chg="add mod">
          <ac:chgData name="Erick Valencia" userId="15303e223bfaaebd" providerId="LiveId" clId="{CD2E7826-71EC-4B5F-A073-874E8A9BEB1A}" dt="2026-06-05T01:56:30.363" v="488" actId="1076"/>
          <ac:grpSpMkLst>
            <pc:docMk/>
            <pc:sldMk cId="3192418829" sldId="274"/>
            <ac:grpSpMk id="21" creationId="{F2D4DEFF-E57C-93EC-7F56-2A009D5FF3B5}"/>
          </ac:grpSpMkLst>
        </pc:grpChg>
        <pc:picChg chg="del">
          <ac:chgData name="Erick Valencia" userId="15303e223bfaaebd" providerId="LiveId" clId="{CD2E7826-71EC-4B5F-A073-874E8A9BEB1A}" dt="2026-06-05T01:51:02.982" v="369" actId="478"/>
          <ac:picMkLst>
            <pc:docMk/>
            <pc:sldMk cId="3192418829" sldId="274"/>
            <ac:picMk id="7" creationId="{A900A867-AE17-F573-CE81-78F60C06B37A}"/>
          </ac:picMkLst>
        </pc:picChg>
        <pc:picChg chg="add mod">
          <ac:chgData name="Erick Valencia" userId="15303e223bfaaebd" providerId="LiveId" clId="{CD2E7826-71EC-4B5F-A073-874E8A9BEB1A}" dt="2026-06-05T01:56:11.550" v="478" actId="164"/>
          <ac:picMkLst>
            <pc:docMk/>
            <pc:sldMk cId="3192418829" sldId="274"/>
            <ac:picMk id="9" creationId="{5AEBA60B-759C-93DA-8828-87F05CCB9F68}"/>
          </ac:picMkLst>
        </pc:picChg>
        <pc:cxnChg chg="del ord">
          <ac:chgData name="Erick Valencia" userId="15303e223bfaaebd" providerId="LiveId" clId="{CD2E7826-71EC-4B5F-A073-874E8A9BEB1A}" dt="2026-06-05T01:54:33.809" v="458" actId="478"/>
          <ac:cxnSpMkLst>
            <pc:docMk/>
            <pc:sldMk cId="3192418829" sldId="274"/>
            <ac:cxnSpMk id="10" creationId="{B7BDD03A-A749-FFF4-312E-87DBCE248C47}"/>
          </ac:cxnSpMkLst>
        </pc:cxnChg>
        <pc:cxnChg chg="del">
          <ac:chgData name="Erick Valencia" userId="15303e223bfaaebd" providerId="LiveId" clId="{CD2E7826-71EC-4B5F-A073-874E8A9BEB1A}" dt="2026-06-05T01:51:38.318" v="375" actId="478"/>
          <ac:cxnSpMkLst>
            <pc:docMk/>
            <pc:sldMk cId="3192418829" sldId="274"/>
            <ac:cxnSpMk id="11" creationId="{A37B64D4-59DC-17A5-A103-7F4E2380AD5E}"/>
          </ac:cxnSpMkLst>
        </pc:cxnChg>
        <pc:cxnChg chg="add del">
          <ac:chgData name="Erick Valencia" userId="15303e223bfaaebd" providerId="LiveId" clId="{CD2E7826-71EC-4B5F-A073-874E8A9BEB1A}" dt="2026-06-05T01:54:42.275" v="460" actId="11529"/>
          <ac:cxnSpMkLst>
            <pc:docMk/>
            <pc:sldMk cId="3192418829" sldId="274"/>
            <ac:cxnSpMk id="13" creationId="{310AD4FB-75A5-AB06-9944-2A4E1032D468}"/>
          </ac:cxnSpMkLst>
        </pc:cxnChg>
        <pc:cxnChg chg="add del">
          <ac:chgData name="Erick Valencia" userId="15303e223bfaaebd" providerId="LiveId" clId="{CD2E7826-71EC-4B5F-A073-874E8A9BEB1A}" dt="2026-06-05T01:54:53.067" v="462" actId="478"/>
          <ac:cxnSpMkLst>
            <pc:docMk/>
            <pc:sldMk cId="3192418829" sldId="274"/>
            <ac:cxnSpMk id="15" creationId="{858C2EA0-A5B2-8016-5AE6-DDBB2245B407}"/>
          </ac:cxnSpMkLst>
        </pc:cxnChg>
        <pc:cxnChg chg="add mod">
          <ac:chgData name="Erick Valencia" userId="15303e223bfaaebd" providerId="LiveId" clId="{CD2E7826-71EC-4B5F-A073-874E8A9BEB1A}" dt="2026-06-05T02:01:12.664" v="629" actId="20577"/>
          <ac:cxnSpMkLst>
            <pc:docMk/>
            <pc:sldMk cId="3192418829" sldId="274"/>
            <ac:cxnSpMk id="18" creationId="{2AEFB6A6-A3A9-023A-5028-AB9266460082}"/>
          </ac:cxnSpMkLst>
        </pc:cxnChg>
      </pc:sldChg>
      <pc:sldChg chg="addSp delSp modSp mod">
        <pc:chgData name="Erick Valencia" userId="15303e223bfaaebd" providerId="LiveId" clId="{CD2E7826-71EC-4B5F-A073-874E8A9BEB1A}" dt="2026-06-05T02:02:28.892" v="685" actId="20577"/>
        <pc:sldMkLst>
          <pc:docMk/>
          <pc:sldMk cId="1976015073" sldId="275"/>
        </pc:sldMkLst>
        <pc:spChg chg="mod">
          <ac:chgData name="Erick Valencia" userId="15303e223bfaaebd" providerId="LiveId" clId="{CD2E7826-71EC-4B5F-A073-874E8A9BEB1A}" dt="2026-06-04T18:25:58.565" v="9"/>
          <ac:spMkLst>
            <pc:docMk/>
            <pc:sldMk cId="1976015073" sldId="275"/>
            <ac:spMk id="2" creationId="{D653DC59-C2D6-B124-7B3D-0ED4893BBF8F}"/>
          </ac:spMkLst>
        </pc:spChg>
        <pc:spChg chg="mod">
          <ac:chgData name="Erick Valencia" userId="15303e223bfaaebd" providerId="LiveId" clId="{CD2E7826-71EC-4B5F-A073-874E8A9BEB1A}" dt="2026-06-05T02:02:28.892" v="685" actId="20577"/>
          <ac:spMkLst>
            <pc:docMk/>
            <pc:sldMk cId="1976015073" sldId="275"/>
            <ac:spMk id="3" creationId="{5D061EAD-7115-9C80-71AC-C3A29C5A03B5}"/>
          </ac:spMkLst>
        </pc:spChg>
        <pc:spChg chg="mod">
          <ac:chgData name="Erick Valencia" userId="15303e223bfaaebd" providerId="LiveId" clId="{CD2E7826-71EC-4B5F-A073-874E8A9BEB1A}" dt="2026-06-04T18:25:58.565" v="9"/>
          <ac:spMkLst>
            <pc:docMk/>
            <pc:sldMk cId="1976015073" sldId="275"/>
            <ac:spMk id="4" creationId="{D777C406-B23F-092F-5DC1-BA31BFE33459}"/>
          </ac:spMkLst>
        </pc:spChg>
        <pc:spChg chg="mod">
          <ac:chgData name="Erick Valencia" userId="15303e223bfaaebd" providerId="LiveId" clId="{CD2E7826-71EC-4B5F-A073-874E8A9BEB1A}" dt="2026-06-04T18:45:55.474" v="256"/>
          <ac:spMkLst>
            <pc:docMk/>
            <pc:sldMk cId="1976015073" sldId="275"/>
            <ac:spMk id="5" creationId="{74C1199B-5A38-C3C0-DD42-BF479B4F6D0E}"/>
          </ac:spMkLst>
        </pc:spChg>
        <pc:spChg chg="add">
          <ac:chgData name="Erick Valencia" userId="15303e223bfaaebd" providerId="LiveId" clId="{CD2E7826-71EC-4B5F-A073-874E8A9BEB1A}" dt="2026-06-05T01:59:53.235" v="588"/>
          <ac:spMkLst>
            <pc:docMk/>
            <pc:sldMk cId="1976015073" sldId="275"/>
            <ac:spMk id="12" creationId="{824D4DAF-A9AA-F839-0BC7-656B023E0CC0}"/>
          </ac:spMkLst>
        </pc:spChg>
        <pc:spChg chg="add">
          <ac:chgData name="Erick Valencia" userId="15303e223bfaaebd" providerId="LiveId" clId="{CD2E7826-71EC-4B5F-A073-874E8A9BEB1A}" dt="2026-06-05T01:59:57.490" v="589"/>
          <ac:spMkLst>
            <pc:docMk/>
            <pc:sldMk cId="1976015073" sldId="275"/>
            <ac:spMk id="13" creationId="{2247A925-D3C6-B106-857A-2F50716785E1}"/>
          </ac:spMkLst>
        </pc:spChg>
        <pc:spChg chg="add">
          <ac:chgData name="Erick Valencia" userId="15303e223bfaaebd" providerId="LiveId" clId="{CD2E7826-71EC-4B5F-A073-874E8A9BEB1A}" dt="2026-06-05T02:00:02.588" v="590"/>
          <ac:spMkLst>
            <pc:docMk/>
            <pc:sldMk cId="1976015073" sldId="275"/>
            <ac:spMk id="14" creationId="{150B01FD-17FF-4999-86C5-CE969A75096A}"/>
          </ac:spMkLst>
        </pc:spChg>
        <pc:picChg chg="del">
          <ac:chgData name="Erick Valencia" userId="15303e223bfaaebd" providerId="LiveId" clId="{CD2E7826-71EC-4B5F-A073-874E8A9BEB1A}" dt="2026-06-05T01:49:50.407" v="362" actId="478"/>
          <ac:picMkLst>
            <pc:docMk/>
            <pc:sldMk cId="1976015073" sldId="275"/>
            <ac:picMk id="7" creationId="{18639941-7016-2F54-F9E7-B50CBC682386}"/>
          </ac:picMkLst>
        </pc:picChg>
        <pc:picChg chg="add mod">
          <ac:chgData name="Erick Valencia" userId="15303e223bfaaebd" providerId="LiveId" clId="{CD2E7826-71EC-4B5F-A073-874E8A9BEB1A}" dt="2026-06-05T01:57:36.915" v="499" actId="1076"/>
          <ac:picMkLst>
            <pc:docMk/>
            <pc:sldMk cId="1976015073" sldId="275"/>
            <ac:picMk id="8" creationId="{FABEED43-B4DF-1D51-7D13-5FC3439B97D7}"/>
          </ac:picMkLst>
        </pc:picChg>
        <pc:picChg chg="del">
          <ac:chgData name="Erick Valencia" userId="15303e223bfaaebd" providerId="LiveId" clId="{CD2E7826-71EC-4B5F-A073-874E8A9BEB1A}" dt="2026-06-05T01:49:48.944" v="361" actId="478"/>
          <ac:picMkLst>
            <pc:docMk/>
            <pc:sldMk cId="1976015073" sldId="275"/>
            <ac:picMk id="9" creationId="{DB1CB5B3-8AB1-E8CB-6463-A3A613E4CF52}"/>
          </ac:picMkLst>
        </pc:picChg>
        <pc:picChg chg="add mod">
          <ac:chgData name="Erick Valencia" userId="15303e223bfaaebd" providerId="LiveId" clId="{CD2E7826-71EC-4B5F-A073-874E8A9BEB1A}" dt="2026-06-05T01:57:35.620" v="498" actId="1076"/>
          <ac:picMkLst>
            <pc:docMk/>
            <pc:sldMk cId="1976015073" sldId="275"/>
            <ac:picMk id="11" creationId="{8DD44571-AC2C-E44F-5FB0-CCFC22BC9B59}"/>
          </ac:picMkLst>
        </pc:picChg>
        <pc:picChg chg="add">
          <ac:chgData name="Erick Valencia" userId="15303e223bfaaebd" providerId="LiveId" clId="{CD2E7826-71EC-4B5F-A073-874E8A9BEB1A}" dt="2026-06-05T01:59:53.235" v="588"/>
          <ac:picMkLst>
            <pc:docMk/>
            <pc:sldMk cId="1976015073" sldId="275"/>
            <ac:picMk id="1025" creationId="{115527F2-482E-76BF-1D72-BF25D95F672B}"/>
          </ac:picMkLst>
        </pc:picChg>
        <pc:picChg chg="add">
          <ac:chgData name="Erick Valencia" userId="15303e223bfaaebd" providerId="LiveId" clId="{CD2E7826-71EC-4B5F-A073-874E8A9BEB1A}" dt="2026-06-05T01:59:57.490" v="589"/>
          <ac:picMkLst>
            <pc:docMk/>
            <pc:sldMk cId="1976015073" sldId="275"/>
            <ac:picMk id="1027" creationId="{1A4D984F-AC1B-0CE3-6775-ACFBEF9F4BDE}"/>
          </ac:picMkLst>
        </pc:picChg>
        <pc:picChg chg="add">
          <ac:chgData name="Erick Valencia" userId="15303e223bfaaebd" providerId="LiveId" clId="{CD2E7826-71EC-4B5F-A073-874E8A9BEB1A}" dt="2026-06-05T02:00:02.588" v="590"/>
          <ac:picMkLst>
            <pc:docMk/>
            <pc:sldMk cId="1976015073" sldId="275"/>
            <ac:picMk id="1029" creationId="{5D64C859-C9AB-AF82-C816-97EEC5416A24}"/>
          </ac:picMkLst>
        </pc:picChg>
      </pc:sldChg>
      <pc:sldChg chg="addSp delSp modSp add mod">
        <pc:chgData name="Erick Valencia" userId="15303e223bfaaebd" providerId="LiveId" clId="{CD2E7826-71EC-4B5F-A073-874E8A9BEB1A}" dt="2026-06-05T02:38:59.576" v="1072" actId="20577"/>
        <pc:sldMkLst>
          <pc:docMk/>
          <pc:sldMk cId="721884336" sldId="276"/>
        </pc:sldMkLst>
        <pc:spChg chg="mod">
          <ac:chgData name="Erick Valencia" userId="15303e223bfaaebd" providerId="LiveId" clId="{CD2E7826-71EC-4B5F-A073-874E8A9BEB1A}" dt="2026-06-05T02:38:59.576" v="1072" actId="20577"/>
          <ac:spMkLst>
            <pc:docMk/>
            <pc:sldMk cId="721884336" sldId="276"/>
            <ac:spMk id="3" creationId="{BCC8AA7E-BBDE-6294-D055-4BB599B0E8A0}"/>
          </ac:spMkLst>
        </pc:spChg>
        <pc:spChg chg="mod">
          <ac:chgData name="Erick Valencia" userId="15303e223bfaaebd" providerId="LiveId" clId="{CD2E7826-71EC-4B5F-A073-874E8A9BEB1A}" dt="2026-06-05T02:35:30.550" v="970" actId="20577"/>
          <ac:spMkLst>
            <pc:docMk/>
            <pc:sldMk cId="721884336" sldId="276"/>
            <ac:spMk id="9" creationId="{FD8E2CE6-A967-7C42-39FF-17E4F34217E3}"/>
          </ac:spMkLst>
        </pc:spChg>
        <pc:picChg chg="add mod">
          <ac:chgData name="Erick Valencia" userId="15303e223bfaaebd" providerId="LiveId" clId="{CD2E7826-71EC-4B5F-A073-874E8A9BEB1A}" dt="2026-06-05T02:36:05.444" v="977" actId="408"/>
          <ac:picMkLst>
            <pc:docMk/>
            <pc:sldMk cId="721884336" sldId="276"/>
            <ac:picMk id="7" creationId="{EE0B961F-D785-B2F5-1C34-44F8849121A9}"/>
          </ac:picMkLst>
        </pc:picChg>
        <pc:picChg chg="del">
          <ac:chgData name="Erick Valencia" userId="15303e223bfaaebd" providerId="LiveId" clId="{CD2E7826-71EC-4B5F-A073-874E8A9BEB1A}" dt="2026-06-05T02:35:13.196" v="938" actId="478"/>
          <ac:picMkLst>
            <pc:docMk/>
            <pc:sldMk cId="721884336" sldId="276"/>
            <ac:picMk id="8" creationId="{E612351A-F5C8-3429-96A8-A19453A9FF64}"/>
          </ac:picMkLst>
        </pc:picChg>
      </pc:sldChg>
      <pc:sldChg chg="addSp delSp modSp add mod">
        <pc:chgData name="Erick Valencia" userId="15303e223bfaaebd" providerId="LiveId" clId="{CD2E7826-71EC-4B5F-A073-874E8A9BEB1A}" dt="2026-06-05T02:41:29.856" v="1091" actId="408"/>
        <pc:sldMkLst>
          <pc:docMk/>
          <pc:sldMk cId="1505229463" sldId="277"/>
        </pc:sldMkLst>
        <pc:spChg chg="mod">
          <ac:chgData name="Erick Valencia" userId="15303e223bfaaebd" providerId="LiveId" clId="{CD2E7826-71EC-4B5F-A073-874E8A9BEB1A}" dt="2026-06-05T02:39:07.668" v="1081" actId="20577"/>
          <ac:spMkLst>
            <pc:docMk/>
            <pc:sldMk cId="1505229463" sldId="277"/>
            <ac:spMk id="3" creationId="{C00AD9D6-F09D-82EE-5622-1CEB908AED25}"/>
          </ac:spMkLst>
        </pc:spChg>
        <pc:spChg chg="mod">
          <ac:chgData name="Erick Valencia" userId="15303e223bfaaebd" providerId="LiveId" clId="{CD2E7826-71EC-4B5F-A073-874E8A9BEB1A}" dt="2026-06-05T02:37:56.775" v="1049" actId="20577"/>
          <ac:spMkLst>
            <pc:docMk/>
            <pc:sldMk cId="1505229463" sldId="277"/>
            <ac:spMk id="9" creationId="{B74952BA-D4E9-4F57-A17C-4EEFD6873C80}"/>
          </ac:spMkLst>
        </pc:spChg>
        <pc:picChg chg="del">
          <ac:chgData name="Erick Valencia" userId="15303e223bfaaebd" providerId="LiveId" clId="{CD2E7826-71EC-4B5F-A073-874E8A9BEB1A}" dt="2026-06-05T02:41:08.438" v="1082" actId="478"/>
          <ac:picMkLst>
            <pc:docMk/>
            <pc:sldMk cId="1505229463" sldId="277"/>
            <ac:picMk id="7" creationId="{BA3301A9-0092-4CFB-3715-D51D49A60A17}"/>
          </ac:picMkLst>
        </pc:picChg>
        <pc:picChg chg="add mod">
          <ac:chgData name="Erick Valencia" userId="15303e223bfaaebd" providerId="LiveId" clId="{CD2E7826-71EC-4B5F-A073-874E8A9BEB1A}" dt="2026-06-05T02:41:29.856" v="1091" actId="408"/>
          <ac:picMkLst>
            <pc:docMk/>
            <pc:sldMk cId="1505229463" sldId="277"/>
            <ac:picMk id="8" creationId="{5FC8DC62-8CBD-3AE6-EB12-72173B91D452}"/>
          </ac:picMkLst>
        </pc:picChg>
      </pc:sldChg>
      <pc:sldChg chg="addSp delSp modSp add mod">
        <pc:chgData name="Erick Valencia" userId="15303e223bfaaebd" providerId="LiveId" clId="{CD2E7826-71EC-4B5F-A073-874E8A9BEB1A}" dt="2026-06-05T02:50:42.648" v="1211" actId="14100"/>
        <pc:sldMkLst>
          <pc:docMk/>
          <pc:sldMk cId="427217003" sldId="278"/>
        </pc:sldMkLst>
        <pc:spChg chg="mod">
          <ac:chgData name="Erick Valencia" userId="15303e223bfaaebd" providerId="LiveId" clId="{CD2E7826-71EC-4B5F-A073-874E8A9BEB1A}" dt="2026-06-05T02:47:38.674" v="1130" actId="20577"/>
          <ac:spMkLst>
            <pc:docMk/>
            <pc:sldMk cId="427217003" sldId="278"/>
            <ac:spMk id="3" creationId="{DE7E3497-A025-52BA-D993-865521659EA9}"/>
          </ac:spMkLst>
        </pc:spChg>
        <pc:spChg chg="mod">
          <ac:chgData name="Erick Valencia" userId="15303e223bfaaebd" providerId="LiveId" clId="{CD2E7826-71EC-4B5F-A073-874E8A9BEB1A}" dt="2026-06-05T02:50:34.251" v="1208" actId="20577"/>
          <ac:spMkLst>
            <pc:docMk/>
            <pc:sldMk cId="427217003" sldId="278"/>
            <ac:spMk id="9" creationId="{044BF428-FC63-4C91-F3F1-34ADD91BEB7F}"/>
          </ac:spMkLst>
        </pc:spChg>
        <pc:picChg chg="add del mod">
          <ac:chgData name="Erick Valencia" userId="15303e223bfaaebd" providerId="LiveId" clId="{CD2E7826-71EC-4B5F-A073-874E8A9BEB1A}" dt="2026-06-05T02:50:22.601" v="1169" actId="478"/>
          <ac:picMkLst>
            <pc:docMk/>
            <pc:sldMk cId="427217003" sldId="278"/>
            <ac:picMk id="7" creationId="{16BC1B5E-9525-C26D-1266-98F174EBE585}"/>
          </ac:picMkLst>
        </pc:picChg>
        <pc:picChg chg="del">
          <ac:chgData name="Erick Valencia" userId="15303e223bfaaebd" providerId="LiveId" clId="{CD2E7826-71EC-4B5F-A073-874E8A9BEB1A}" dt="2026-06-05T02:48:50.822" v="1164" actId="478"/>
          <ac:picMkLst>
            <pc:docMk/>
            <pc:sldMk cId="427217003" sldId="278"/>
            <ac:picMk id="8" creationId="{FB2147A0-55EF-AD5C-6FAD-7E8B09C78A82}"/>
          </ac:picMkLst>
        </pc:picChg>
        <pc:picChg chg="add mod">
          <ac:chgData name="Erick Valencia" userId="15303e223bfaaebd" providerId="LiveId" clId="{CD2E7826-71EC-4B5F-A073-874E8A9BEB1A}" dt="2026-06-05T02:50:42.648" v="1211" actId="14100"/>
          <ac:picMkLst>
            <pc:docMk/>
            <pc:sldMk cId="427217003" sldId="278"/>
            <ac:picMk id="11" creationId="{E05E673F-0E65-5824-5EEC-67B77F18C903}"/>
          </ac:picMkLst>
        </pc:picChg>
      </pc:sldChg>
      <pc:sldChg chg="addSp delSp modSp add mod">
        <pc:chgData name="Erick Valencia" userId="15303e223bfaaebd" providerId="LiveId" clId="{CD2E7826-71EC-4B5F-A073-874E8A9BEB1A}" dt="2026-06-05T03:40:08.809" v="1251" actId="408"/>
        <pc:sldMkLst>
          <pc:docMk/>
          <pc:sldMk cId="206822346" sldId="279"/>
        </pc:sldMkLst>
        <pc:spChg chg="mod">
          <ac:chgData name="Erick Valencia" userId="15303e223bfaaebd" providerId="LiveId" clId="{CD2E7826-71EC-4B5F-A073-874E8A9BEB1A}" dt="2026-06-05T03:33:25.644" v="1216"/>
          <ac:spMkLst>
            <pc:docMk/>
            <pc:sldMk cId="206822346" sldId="279"/>
            <ac:spMk id="3" creationId="{61035D8C-EB4F-48D0-59A3-3D9B9225BC8F}"/>
          </ac:spMkLst>
        </pc:spChg>
        <pc:spChg chg="mod">
          <ac:chgData name="Erick Valencia" userId="15303e223bfaaebd" providerId="LiveId" clId="{CD2E7826-71EC-4B5F-A073-874E8A9BEB1A}" dt="2026-06-05T03:33:35.928" v="1244" actId="20577"/>
          <ac:spMkLst>
            <pc:docMk/>
            <pc:sldMk cId="206822346" sldId="279"/>
            <ac:spMk id="9" creationId="{537BA91C-3174-1BA8-01AF-A136D67C5607}"/>
          </ac:spMkLst>
        </pc:spChg>
        <pc:picChg chg="add mod">
          <ac:chgData name="Erick Valencia" userId="15303e223bfaaebd" providerId="LiveId" clId="{CD2E7826-71EC-4B5F-A073-874E8A9BEB1A}" dt="2026-06-05T03:40:08.809" v="1251" actId="408"/>
          <ac:picMkLst>
            <pc:docMk/>
            <pc:sldMk cId="206822346" sldId="279"/>
            <ac:picMk id="7" creationId="{3BCC112D-0ADF-E8C0-91EF-F84D431C7AFB}"/>
          </ac:picMkLst>
        </pc:picChg>
        <pc:picChg chg="del mod">
          <ac:chgData name="Erick Valencia" userId="15303e223bfaaebd" providerId="LiveId" clId="{CD2E7826-71EC-4B5F-A073-874E8A9BEB1A}" dt="2026-06-05T03:33:41.221" v="1246" actId="478"/>
          <ac:picMkLst>
            <pc:docMk/>
            <pc:sldMk cId="206822346" sldId="279"/>
            <ac:picMk id="11" creationId="{3F6E35D3-BA6A-B8EB-1EF3-D4B0F2D20E9E}"/>
          </ac:picMkLst>
        </pc:picChg>
      </pc:sldChg>
      <pc:sldChg chg="addSp delSp modSp add mod">
        <pc:chgData name="Erick Valencia" userId="15303e223bfaaebd" providerId="LiveId" clId="{CD2E7826-71EC-4B5F-A073-874E8A9BEB1A}" dt="2026-06-05T03:45:46.993" v="1333" actId="408"/>
        <pc:sldMkLst>
          <pc:docMk/>
          <pc:sldMk cId="238461782" sldId="280"/>
        </pc:sldMkLst>
        <pc:spChg chg="mod">
          <ac:chgData name="Erick Valencia" userId="15303e223bfaaebd" providerId="LiveId" clId="{CD2E7826-71EC-4B5F-A073-874E8A9BEB1A}" dt="2026-06-05T03:43:30.147" v="1285" actId="20577"/>
          <ac:spMkLst>
            <pc:docMk/>
            <pc:sldMk cId="238461782" sldId="280"/>
            <ac:spMk id="3" creationId="{966D56AA-86E9-1887-E226-B633CA665568}"/>
          </ac:spMkLst>
        </pc:spChg>
        <pc:spChg chg="mod">
          <ac:chgData name="Erick Valencia" userId="15303e223bfaaebd" providerId="LiveId" clId="{CD2E7826-71EC-4B5F-A073-874E8A9BEB1A}" dt="2026-06-05T03:44:45.351" v="1327" actId="20577"/>
          <ac:spMkLst>
            <pc:docMk/>
            <pc:sldMk cId="238461782" sldId="280"/>
            <ac:spMk id="9" creationId="{96F8641F-7DF3-96C5-0A1E-C4ABF1EC2D13}"/>
          </ac:spMkLst>
        </pc:spChg>
        <pc:picChg chg="del">
          <ac:chgData name="Erick Valencia" userId="15303e223bfaaebd" providerId="LiveId" clId="{CD2E7826-71EC-4B5F-A073-874E8A9BEB1A}" dt="2026-06-05T03:45:26.497" v="1328" actId="478"/>
          <ac:picMkLst>
            <pc:docMk/>
            <pc:sldMk cId="238461782" sldId="280"/>
            <ac:picMk id="7" creationId="{BA023F1C-8542-E6ED-E303-04D4A5F10A2B}"/>
          </ac:picMkLst>
        </pc:picChg>
        <pc:picChg chg="add mod">
          <ac:chgData name="Erick Valencia" userId="15303e223bfaaebd" providerId="LiveId" clId="{CD2E7826-71EC-4B5F-A073-874E8A9BEB1A}" dt="2026-06-05T03:45:46.993" v="1333" actId="408"/>
          <ac:picMkLst>
            <pc:docMk/>
            <pc:sldMk cId="238461782" sldId="280"/>
            <ac:picMk id="8" creationId="{CDB96E42-742A-28F1-E1AF-6A5DA72B9267}"/>
          </ac:picMkLst>
        </pc:picChg>
      </pc:sldChg>
      <pc:sldChg chg="addSp delSp modSp add mod">
        <pc:chgData name="Erick Valencia" userId="15303e223bfaaebd" providerId="LiveId" clId="{CD2E7826-71EC-4B5F-A073-874E8A9BEB1A}" dt="2026-06-05T03:51:28.407" v="1402" actId="408"/>
        <pc:sldMkLst>
          <pc:docMk/>
          <pc:sldMk cId="3084070736" sldId="281"/>
        </pc:sldMkLst>
        <pc:spChg chg="mod">
          <ac:chgData name="Erick Valencia" userId="15303e223bfaaebd" providerId="LiveId" clId="{CD2E7826-71EC-4B5F-A073-874E8A9BEB1A}" dt="2026-06-05T03:47:37.828" v="1338"/>
          <ac:spMkLst>
            <pc:docMk/>
            <pc:sldMk cId="3084070736" sldId="281"/>
            <ac:spMk id="3" creationId="{AE686A26-2906-503A-12CD-F9BE9F8AF87B}"/>
          </ac:spMkLst>
        </pc:spChg>
        <pc:spChg chg="mod">
          <ac:chgData name="Erick Valencia" userId="15303e223bfaaebd" providerId="LiveId" clId="{CD2E7826-71EC-4B5F-A073-874E8A9BEB1A}" dt="2026-06-05T03:51:13.859" v="1400" actId="20577"/>
          <ac:spMkLst>
            <pc:docMk/>
            <pc:sldMk cId="3084070736" sldId="281"/>
            <ac:spMk id="9" creationId="{64F4B216-BB98-4777-0FE2-A4692690B3DA}"/>
          </ac:spMkLst>
        </pc:spChg>
        <pc:picChg chg="add del mod modCrop">
          <ac:chgData name="Erick Valencia" userId="15303e223bfaaebd" providerId="LiveId" clId="{CD2E7826-71EC-4B5F-A073-874E8A9BEB1A}" dt="2026-06-05T03:50:56.635" v="1350" actId="478"/>
          <ac:picMkLst>
            <pc:docMk/>
            <pc:sldMk cId="3084070736" sldId="281"/>
            <ac:picMk id="7" creationId="{855AD418-64EA-781F-CDDE-E854C2F3212B}"/>
          </ac:picMkLst>
        </pc:picChg>
        <pc:picChg chg="del">
          <ac:chgData name="Erick Valencia" userId="15303e223bfaaebd" providerId="LiveId" clId="{CD2E7826-71EC-4B5F-A073-874E8A9BEB1A}" dt="2026-06-05T03:47:40.999" v="1339" actId="478"/>
          <ac:picMkLst>
            <pc:docMk/>
            <pc:sldMk cId="3084070736" sldId="281"/>
            <ac:picMk id="8" creationId="{1D51D067-5DFC-DC4C-510F-530F5EBFF03B}"/>
          </ac:picMkLst>
        </pc:picChg>
        <pc:picChg chg="add mod">
          <ac:chgData name="Erick Valencia" userId="15303e223bfaaebd" providerId="LiveId" clId="{CD2E7826-71EC-4B5F-A073-874E8A9BEB1A}" dt="2026-06-05T03:51:28.407" v="1402" actId="408"/>
          <ac:picMkLst>
            <pc:docMk/>
            <pc:sldMk cId="3084070736" sldId="281"/>
            <ac:picMk id="11" creationId="{24E7F636-00E5-D80B-C098-434A2C494944}"/>
          </ac:picMkLst>
        </pc:picChg>
      </pc:sldChg>
      <pc:sldChg chg="addSp delSp modSp add mod ord">
        <pc:chgData name="Erick Valencia" userId="15303e223bfaaebd" providerId="LiveId" clId="{CD2E7826-71EC-4B5F-A073-874E8A9BEB1A}" dt="2026-06-05T04:10:43.084" v="1530"/>
        <pc:sldMkLst>
          <pc:docMk/>
          <pc:sldMk cId="1622442719" sldId="282"/>
        </pc:sldMkLst>
        <pc:spChg chg="mod">
          <ac:chgData name="Erick Valencia" userId="15303e223bfaaebd" providerId="LiveId" clId="{CD2E7826-71EC-4B5F-A073-874E8A9BEB1A}" dt="2026-06-05T04:10:43.084" v="1530"/>
          <ac:spMkLst>
            <pc:docMk/>
            <pc:sldMk cId="1622442719" sldId="282"/>
            <ac:spMk id="3" creationId="{1A16D39A-F627-707F-EF99-262248C090C1}"/>
          </ac:spMkLst>
        </pc:spChg>
        <pc:spChg chg="mod">
          <ac:chgData name="Erick Valencia" userId="15303e223bfaaebd" providerId="LiveId" clId="{CD2E7826-71EC-4B5F-A073-874E8A9BEB1A}" dt="2026-06-05T04:10:24.587" v="1529" actId="20577"/>
          <ac:spMkLst>
            <pc:docMk/>
            <pc:sldMk cId="1622442719" sldId="282"/>
            <ac:spMk id="9" creationId="{3CE4F33A-8AD7-CA12-8C91-1E7A1D7ADDF1}"/>
          </ac:spMkLst>
        </pc:spChg>
        <pc:picChg chg="add mod">
          <ac:chgData name="Erick Valencia" userId="15303e223bfaaebd" providerId="LiveId" clId="{CD2E7826-71EC-4B5F-A073-874E8A9BEB1A}" dt="2026-06-05T04:10:08.637" v="1486" actId="408"/>
          <ac:picMkLst>
            <pc:docMk/>
            <pc:sldMk cId="1622442719" sldId="282"/>
            <ac:picMk id="7" creationId="{84627D44-BB7E-E093-0B39-2F2E031A8482}"/>
          </ac:picMkLst>
        </pc:picChg>
        <pc:picChg chg="del">
          <ac:chgData name="Erick Valencia" userId="15303e223bfaaebd" providerId="LiveId" clId="{CD2E7826-71EC-4B5F-A073-874E8A9BEB1A}" dt="2026-06-05T04:09:50.597" v="1480" actId="478"/>
          <ac:picMkLst>
            <pc:docMk/>
            <pc:sldMk cId="1622442719" sldId="282"/>
            <ac:picMk id="11" creationId="{AC9E6195-23E4-65BE-854F-C41CC190586F}"/>
          </ac:picMkLst>
        </pc:picChg>
      </pc:sldChg>
      <pc:sldChg chg="addSp delSp modSp add mod">
        <pc:chgData name="Erick Valencia" userId="15303e223bfaaebd" providerId="LiveId" clId="{CD2E7826-71EC-4B5F-A073-874E8A9BEB1A}" dt="2026-06-05T04:14:23.196" v="1573" actId="408"/>
        <pc:sldMkLst>
          <pc:docMk/>
          <pc:sldMk cId="3672836433" sldId="283"/>
        </pc:sldMkLst>
        <pc:spChg chg="mod">
          <ac:chgData name="Erick Valencia" userId="15303e223bfaaebd" providerId="LiveId" clId="{CD2E7826-71EC-4B5F-A073-874E8A9BEB1A}" dt="2026-06-05T04:12:03.238" v="1543" actId="20577"/>
          <ac:spMkLst>
            <pc:docMk/>
            <pc:sldMk cId="3672836433" sldId="283"/>
            <ac:spMk id="3" creationId="{363D3DF3-58AA-AB0A-1686-1F9877912EF9}"/>
          </ac:spMkLst>
        </pc:spChg>
        <pc:spChg chg="mod">
          <ac:chgData name="Erick Valencia" userId="15303e223bfaaebd" providerId="LiveId" clId="{CD2E7826-71EC-4B5F-A073-874E8A9BEB1A}" dt="2026-06-05T04:13:06.402" v="1566" actId="20577"/>
          <ac:spMkLst>
            <pc:docMk/>
            <pc:sldMk cId="3672836433" sldId="283"/>
            <ac:spMk id="9" creationId="{FB726D5A-D942-9E02-D76F-AE80DD681757}"/>
          </ac:spMkLst>
        </pc:spChg>
        <pc:picChg chg="del">
          <ac:chgData name="Erick Valencia" userId="15303e223bfaaebd" providerId="LiveId" clId="{CD2E7826-71EC-4B5F-A073-874E8A9BEB1A}" dt="2026-06-05T04:12:59.914" v="1544" actId="478"/>
          <ac:picMkLst>
            <pc:docMk/>
            <pc:sldMk cId="3672836433" sldId="283"/>
            <ac:picMk id="7" creationId="{3B438D2A-0BA2-BC4E-52B5-FAD4FE620F41}"/>
          </ac:picMkLst>
        </pc:picChg>
        <pc:picChg chg="add mod">
          <ac:chgData name="Erick Valencia" userId="15303e223bfaaebd" providerId="LiveId" clId="{CD2E7826-71EC-4B5F-A073-874E8A9BEB1A}" dt="2026-06-05T04:14:23.196" v="1573" actId="408"/>
          <ac:picMkLst>
            <pc:docMk/>
            <pc:sldMk cId="3672836433" sldId="283"/>
            <ac:picMk id="8" creationId="{41B3E62A-A387-4132-27EF-15E592822686}"/>
          </ac:picMkLst>
        </pc:picChg>
      </pc:sldChg>
      <pc:sldChg chg="addSp delSp modSp add mod">
        <pc:chgData name="Erick Valencia" userId="15303e223bfaaebd" providerId="LiveId" clId="{CD2E7826-71EC-4B5F-A073-874E8A9BEB1A}" dt="2026-06-05T04:19:05.479" v="1612" actId="27636"/>
        <pc:sldMkLst>
          <pc:docMk/>
          <pc:sldMk cId="2355490380" sldId="284"/>
        </pc:sldMkLst>
        <pc:spChg chg="mod">
          <ac:chgData name="Erick Valencia" userId="15303e223bfaaebd" providerId="LiveId" clId="{CD2E7826-71EC-4B5F-A073-874E8A9BEB1A}" dt="2026-06-05T04:19:05.479" v="1612" actId="27636"/>
          <ac:spMkLst>
            <pc:docMk/>
            <pc:sldMk cId="2355490380" sldId="284"/>
            <ac:spMk id="3" creationId="{6B3B3727-B951-A608-653A-7E30DA939487}"/>
          </ac:spMkLst>
        </pc:spChg>
        <pc:spChg chg="mod">
          <ac:chgData name="Erick Valencia" userId="15303e223bfaaebd" providerId="LiveId" clId="{CD2E7826-71EC-4B5F-A073-874E8A9BEB1A}" dt="2026-06-05T04:17:01.727" v="1603" actId="20577"/>
          <ac:spMkLst>
            <pc:docMk/>
            <pc:sldMk cId="2355490380" sldId="284"/>
            <ac:spMk id="9" creationId="{381AFECB-F503-0DFA-9F61-C39E048F6BA3}"/>
          </ac:spMkLst>
        </pc:spChg>
        <pc:picChg chg="add mod">
          <ac:chgData name="Erick Valencia" userId="15303e223bfaaebd" providerId="LiveId" clId="{CD2E7826-71EC-4B5F-A073-874E8A9BEB1A}" dt="2026-06-05T04:17:40.140" v="1609" actId="1076"/>
          <ac:picMkLst>
            <pc:docMk/>
            <pc:sldMk cId="2355490380" sldId="284"/>
            <ac:picMk id="7" creationId="{A2B8D055-5E56-1C83-D43E-01A41F3F35B2}"/>
          </ac:picMkLst>
        </pc:picChg>
        <pc:picChg chg="del">
          <ac:chgData name="Erick Valencia" userId="15303e223bfaaebd" providerId="LiveId" clId="{CD2E7826-71EC-4B5F-A073-874E8A9BEB1A}" dt="2026-06-05T04:17:28.087" v="1604" actId="478"/>
          <ac:picMkLst>
            <pc:docMk/>
            <pc:sldMk cId="2355490380" sldId="284"/>
            <ac:picMk id="8" creationId="{8990FE72-FB93-5832-4766-ABBA07DB997F}"/>
          </ac:picMkLst>
        </pc:picChg>
      </pc:sldChg>
      <pc:sldChg chg="addSp delSp modSp add mod">
        <pc:chgData name="Erick Valencia" userId="15303e223bfaaebd" providerId="LiveId" clId="{CD2E7826-71EC-4B5F-A073-874E8A9BEB1A}" dt="2026-06-05T04:22:42.372" v="1681" actId="408"/>
        <pc:sldMkLst>
          <pc:docMk/>
          <pc:sldMk cId="2710491950" sldId="285"/>
        </pc:sldMkLst>
        <pc:spChg chg="mod">
          <ac:chgData name="Erick Valencia" userId="15303e223bfaaebd" providerId="LiveId" clId="{CD2E7826-71EC-4B5F-A073-874E8A9BEB1A}" dt="2026-06-05T04:20:23.595" v="1618"/>
          <ac:spMkLst>
            <pc:docMk/>
            <pc:sldMk cId="2710491950" sldId="285"/>
            <ac:spMk id="3" creationId="{5AE26C38-1651-DA35-9759-44F1F845318F}"/>
          </ac:spMkLst>
        </pc:spChg>
        <pc:spChg chg="mod">
          <ac:chgData name="Erick Valencia" userId="15303e223bfaaebd" providerId="LiveId" clId="{CD2E7826-71EC-4B5F-A073-874E8A9BEB1A}" dt="2026-06-05T04:20:37.584" v="1668" actId="20577"/>
          <ac:spMkLst>
            <pc:docMk/>
            <pc:sldMk cId="2710491950" sldId="285"/>
            <ac:spMk id="9" creationId="{F5539232-1D1D-B6B9-6F1B-DE4E83B7D658}"/>
          </ac:spMkLst>
        </pc:spChg>
        <pc:picChg chg="del">
          <ac:chgData name="Erick Valencia" userId="15303e223bfaaebd" providerId="LiveId" clId="{CD2E7826-71EC-4B5F-A073-874E8A9BEB1A}" dt="2026-06-05T04:21:32.963" v="1669" actId="478"/>
          <ac:picMkLst>
            <pc:docMk/>
            <pc:sldMk cId="2710491950" sldId="285"/>
            <ac:picMk id="7" creationId="{7DC71802-646D-3267-01DB-ED3CAE6DD8AD}"/>
          </ac:picMkLst>
        </pc:picChg>
        <pc:picChg chg="add del mod">
          <ac:chgData name="Erick Valencia" userId="15303e223bfaaebd" providerId="LiveId" clId="{CD2E7826-71EC-4B5F-A073-874E8A9BEB1A}" dt="2026-06-05T04:22:42.372" v="1681" actId="408"/>
          <ac:picMkLst>
            <pc:docMk/>
            <pc:sldMk cId="2710491950" sldId="285"/>
            <ac:picMk id="8" creationId="{24C16946-5C6F-A7AB-718A-32B8BDCC05D7}"/>
          </ac:picMkLst>
        </pc:picChg>
      </pc:sldChg>
      <pc:sldChg chg="addSp delSp modSp add mod">
        <pc:chgData name="Erick Valencia" userId="15303e223bfaaebd" providerId="LiveId" clId="{CD2E7826-71EC-4B5F-A073-874E8A9BEB1A}" dt="2026-06-05T04:26:04.206" v="1836" actId="408"/>
        <pc:sldMkLst>
          <pc:docMk/>
          <pc:sldMk cId="3469588601" sldId="286"/>
        </pc:sldMkLst>
        <pc:spChg chg="mod">
          <ac:chgData name="Erick Valencia" userId="15303e223bfaaebd" providerId="LiveId" clId="{CD2E7826-71EC-4B5F-A073-874E8A9BEB1A}" dt="2026-06-05T04:25:13.203" v="1815"/>
          <ac:spMkLst>
            <pc:docMk/>
            <pc:sldMk cId="3469588601" sldId="286"/>
            <ac:spMk id="3" creationId="{79BC5732-6F91-CD98-E314-50FBC8AFAF29}"/>
          </ac:spMkLst>
        </pc:spChg>
        <pc:spChg chg="mod">
          <ac:chgData name="Erick Valencia" userId="15303e223bfaaebd" providerId="LiveId" clId="{CD2E7826-71EC-4B5F-A073-874E8A9BEB1A}" dt="2026-06-05T04:25:20.778" v="1830" actId="20577"/>
          <ac:spMkLst>
            <pc:docMk/>
            <pc:sldMk cId="3469588601" sldId="286"/>
            <ac:spMk id="9" creationId="{352D1E66-A494-E872-338E-B9CD22153523}"/>
          </ac:spMkLst>
        </pc:spChg>
        <pc:picChg chg="add mod">
          <ac:chgData name="Erick Valencia" userId="15303e223bfaaebd" providerId="LiveId" clId="{CD2E7826-71EC-4B5F-A073-874E8A9BEB1A}" dt="2026-06-05T04:26:04.206" v="1836" actId="408"/>
          <ac:picMkLst>
            <pc:docMk/>
            <pc:sldMk cId="3469588601" sldId="286"/>
            <ac:picMk id="7" creationId="{1F053AAF-86A9-4486-7AB9-DBA659F61A4A}"/>
          </ac:picMkLst>
        </pc:picChg>
        <pc:picChg chg="del">
          <ac:chgData name="Erick Valencia" userId="15303e223bfaaebd" providerId="LiveId" clId="{CD2E7826-71EC-4B5F-A073-874E8A9BEB1A}" dt="2026-06-05T04:25:22.224" v="1831" actId="478"/>
          <ac:picMkLst>
            <pc:docMk/>
            <pc:sldMk cId="3469588601" sldId="286"/>
            <ac:picMk id="8" creationId="{45ED6821-2990-52AE-510D-D7B677F9F67C}"/>
          </ac:picMkLst>
        </pc:picChg>
      </pc:sldChg>
      <pc:sldChg chg="addSp delSp modSp add mod">
        <pc:chgData name="Erick Valencia" userId="15303e223bfaaebd" providerId="LiveId" clId="{CD2E7826-71EC-4B5F-A073-874E8A9BEB1A}" dt="2026-06-05T04:27:33.007" v="1891" actId="408"/>
        <pc:sldMkLst>
          <pc:docMk/>
          <pc:sldMk cId="2810582407" sldId="287"/>
        </pc:sldMkLst>
        <pc:spChg chg="mod">
          <ac:chgData name="Erick Valencia" userId="15303e223bfaaebd" providerId="LiveId" clId="{CD2E7826-71EC-4B5F-A073-874E8A9BEB1A}" dt="2026-06-05T04:26:56.243" v="1886"/>
          <ac:spMkLst>
            <pc:docMk/>
            <pc:sldMk cId="2810582407" sldId="287"/>
            <ac:spMk id="3" creationId="{B5E32181-0422-F8EF-5967-791CB41F1818}"/>
          </ac:spMkLst>
        </pc:spChg>
        <pc:spChg chg="mod">
          <ac:chgData name="Erick Valencia" userId="15303e223bfaaebd" providerId="LiveId" clId="{CD2E7826-71EC-4B5F-A073-874E8A9BEB1A}" dt="2026-06-05T04:26:38.535" v="1883" actId="20577"/>
          <ac:spMkLst>
            <pc:docMk/>
            <pc:sldMk cId="2810582407" sldId="287"/>
            <ac:spMk id="9" creationId="{E5811F46-6766-C1FF-369D-A53D191E4E94}"/>
          </ac:spMkLst>
        </pc:spChg>
        <pc:picChg chg="del">
          <ac:chgData name="Erick Valencia" userId="15303e223bfaaebd" providerId="LiveId" clId="{CD2E7826-71EC-4B5F-A073-874E8A9BEB1A}" dt="2026-06-05T04:26:40.589" v="1884" actId="478"/>
          <ac:picMkLst>
            <pc:docMk/>
            <pc:sldMk cId="2810582407" sldId="287"/>
            <ac:picMk id="7" creationId="{AC21E61D-F5C6-5DE7-DF7E-43F25307763A}"/>
          </ac:picMkLst>
        </pc:picChg>
        <pc:picChg chg="add mod">
          <ac:chgData name="Erick Valencia" userId="15303e223bfaaebd" providerId="LiveId" clId="{CD2E7826-71EC-4B5F-A073-874E8A9BEB1A}" dt="2026-06-05T04:27:33.007" v="1891" actId="408"/>
          <ac:picMkLst>
            <pc:docMk/>
            <pc:sldMk cId="2810582407" sldId="287"/>
            <ac:picMk id="8" creationId="{B0A0DB1A-71AE-CCEC-2320-BD8198ED78C2}"/>
          </ac:picMkLst>
        </pc:picChg>
      </pc:sldChg>
      <pc:sldMasterChg chg="modSp modSldLayout">
        <pc:chgData name="Erick Valencia" userId="15303e223bfaaebd" providerId="LiveId" clId="{CD2E7826-71EC-4B5F-A073-874E8A9BEB1A}" dt="2026-06-04T18:45:55.474" v="256"/>
        <pc:sldMasterMkLst>
          <pc:docMk/>
          <pc:sldMasterMk cId="3329201357" sldId="2147483743"/>
        </pc:sldMasterMkLst>
        <pc:spChg chg="mod">
          <ac:chgData name="Erick Valencia" userId="15303e223bfaaebd" providerId="LiveId" clId="{CD2E7826-71EC-4B5F-A073-874E8A9BEB1A}" dt="2026-06-04T18:45:55.474" v="256"/>
          <ac:spMkLst>
            <pc:docMk/>
            <pc:sldMasterMk cId="3329201357" sldId="2147483743"/>
            <ac:spMk id="5" creationId="{00000000-0000-0000-0000-000000000000}"/>
          </ac:spMkLst>
        </pc:sp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1809388761" sldId="2147483744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1809388761" sldId="2147483744"/>
              <ac:spMk id="5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4221987865" sldId="2147483745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4221987865" sldId="2147483745"/>
              <ac:spMk id="5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1557283813" sldId="2147483746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1557283813" sldId="2147483746"/>
              <ac:spMk id="5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2394115700" sldId="2147483747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2394115700" sldId="2147483747"/>
              <ac:spMk id="6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365660808" sldId="2147483748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365660808" sldId="2147483748"/>
              <ac:spMk id="8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11138207" sldId="2147483749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11138207" sldId="2147483749"/>
              <ac:spMk id="4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2053006596" sldId="2147483750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2053006596" sldId="2147483750"/>
              <ac:spMk id="3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3527218693" sldId="2147483751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3527218693" sldId="2147483751"/>
              <ac:spMk id="6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523732507" sldId="2147483752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523732507" sldId="2147483752"/>
              <ac:spMk id="6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3900550894" sldId="2147483753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3900550894" sldId="2147483753"/>
              <ac:spMk id="5" creationId="{00000000-0000-0000-0000-000000000000}"/>
            </ac:spMkLst>
          </pc:spChg>
        </pc:sldLayoutChg>
        <pc:sldLayoutChg chg="modSp">
          <pc:chgData name="Erick Valencia" userId="15303e223bfaaebd" providerId="LiveId" clId="{CD2E7826-71EC-4B5F-A073-874E8A9BEB1A}" dt="2026-06-04T18:45:55.474" v="256"/>
          <pc:sldLayoutMkLst>
            <pc:docMk/>
            <pc:sldMasterMk cId="3329201357" sldId="2147483743"/>
            <pc:sldLayoutMk cId="1603060240" sldId="2147483754"/>
          </pc:sldLayoutMkLst>
          <pc:spChg chg="mod">
            <ac:chgData name="Erick Valencia" userId="15303e223bfaaebd" providerId="LiveId" clId="{CD2E7826-71EC-4B5F-A073-874E8A9BEB1A}" dt="2026-06-04T18:45:55.474" v="256"/>
            <ac:spMkLst>
              <pc:docMk/>
              <pc:sldMasterMk cId="3329201357" sldId="2147483743"/>
              <pc:sldLayoutMk cId="1603060240" sldId="2147483754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78163-7045-4ECA-B0C0-EBFD4B27CDFC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F723A-5614-46C1-8214-460FF06837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6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8CF5-1FD7-4A9A-B478-8FBAE5456ED1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21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F3403-B509-4DD8-A1E1-7A979BFC2993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04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7B0E-90F5-4B17-80CC-3AB7EBBCA872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043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D6E-66D1-4894-BD17-76F7C48E9683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083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55EBB-E6D3-48E0-9422-63A0491EB099}" type="datetime1">
              <a:rPr lang="es-MX" smtClean="0"/>
              <a:t>12/06/2026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8314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D0873-EFBC-4435-9375-89AE19FF829B}" type="datetime1">
              <a:rPr lang="es-MX" smtClean="0"/>
              <a:t>12/06/2026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96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584AE-BE36-4E87-9FA1-9415483B0473}" type="datetime1">
              <a:rPr lang="es-MX" smtClean="0"/>
              <a:t>12/06/2026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7911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CDF1-27ED-481E-BA0B-463A4A7BC57C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52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857A-8401-4E12-8A53-79D18DF79460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743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801894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471917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895100"/>
      </p:ext>
    </p:extLst>
  </p:cSld>
  <p:clrMapOvr>
    <a:masterClrMapping/>
  </p:clrMapOvr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570242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7734653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768712"/>
      </p:ext>
    </p:extLst>
  </p:cSld>
  <p:clrMapOvr>
    <a:masterClrMapping/>
  </p:clrMapOvr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5439C-7F30-41E2-A0F7-D0BEDE1A0FE3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2851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D840-6C13-4285-82B3-E2DCD5C612E9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749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49CEA77-E501-452C-A202-A8966379C5C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fr-FR"/>
              <a:t>ING ERICK EDUARDO VALENCIA GÓMEZ</a:t>
            </a: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35525DE-52AB-4764-941F-34D25B2AA2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2253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D525E-E3E1-AFE5-205F-A3362CC6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818" y="482321"/>
            <a:ext cx="11488501" cy="1602436"/>
          </a:xfrm>
        </p:spPr>
        <p:txBody>
          <a:bodyPr>
            <a:normAutofit fontScale="90000"/>
          </a:bodyPr>
          <a:lstStyle/>
          <a:p>
            <a:r>
              <a:rPr lang="es-MX" sz="6200" dirty="0"/>
              <a:t>Pruebas unitarias </a:t>
            </a:r>
            <a:br>
              <a:rPr lang="es-MX" sz="6200" dirty="0"/>
            </a:br>
            <a:r>
              <a:rPr lang="es-MX" sz="6200" dirty="0"/>
              <a:t>Web </a:t>
            </a:r>
            <a:r>
              <a:rPr lang="es-MX" sz="6200" dirty="0" err="1"/>
              <a:t>Services</a:t>
            </a:r>
            <a:r>
              <a:rPr lang="es-MX" sz="6200" dirty="0"/>
              <a:t> (ASMX)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D65295-122A-5E7E-39C0-174DE8206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818" y="2507875"/>
            <a:ext cx="8347432" cy="1198584"/>
          </a:xfrm>
        </p:spPr>
        <p:txBody>
          <a:bodyPr anchor="ctr">
            <a:normAutofit/>
          </a:bodyPr>
          <a:lstStyle/>
          <a:p>
            <a:pPr algn="l"/>
            <a:r>
              <a:rPr lang="es-MX" sz="2800" b="1" dirty="0">
                <a:solidFill>
                  <a:schemeClr val="tx1"/>
                </a:solidFill>
              </a:rPr>
              <a:t>Por: Erick Eduardo Valencia Gómez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3E26FF-3B0A-F781-B082-1E561C66F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391" y="3867091"/>
            <a:ext cx="3033217" cy="303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2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2DC2-F3C3-0A64-BF1C-5DC813CC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24B8F-D742-E3DC-D9A2-F6320D96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Creación del proyecto para el servicio web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601B35CB-2899-6F0E-0D79-5C5AE0D3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2759C713-EF61-1122-A4D7-71C6D70B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1376AC5-2BC2-C080-C6E7-8A8A40748EB0}"/>
              </a:ext>
            </a:extLst>
          </p:cNvPr>
          <p:cNvSpPr txBox="1"/>
          <p:nvPr/>
        </p:nvSpPr>
        <p:spPr>
          <a:xfrm>
            <a:off x="252831" y="1527040"/>
            <a:ext cx="5945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Plantilla: Aplicación Web ASP.NET (.NET Framework)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76C6A9-E4EB-B624-471A-9E9D69463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68" y="2056171"/>
            <a:ext cx="5257400" cy="371684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FA0A7CF-515F-5085-D3CD-EE5675B3B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754" y="1203792"/>
            <a:ext cx="3698284" cy="26444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FA4045-396F-BC99-104E-E26F890ED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754" y="3914593"/>
            <a:ext cx="3698284" cy="253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2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24DC-E886-44AA-18F4-365663D2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EBBBD-298A-539D-AC15-5E4C99E0F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Creación del servicio web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ADC16247-D56E-6829-C667-D121F3DF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05562408-04D1-E4D1-2C92-1AD662F0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9EF345B-E1B0-BC7B-50A0-95F64819C7A0}"/>
              </a:ext>
            </a:extLst>
          </p:cNvPr>
          <p:cNvSpPr txBox="1"/>
          <p:nvPr/>
        </p:nvSpPr>
        <p:spPr>
          <a:xfrm>
            <a:off x="252831" y="1449070"/>
            <a:ext cx="10840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Cick</a:t>
            </a:r>
            <a:r>
              <a:rPr lang="es-MX" b="1" dirty="0"/>
              <a:t> derecho sobre el Proyecto </a:t>
            </a:r>
            <a:r>
              <a:rPr lang="es-MX" b="1" dirty="0">
                <a:sym typeface="Wingdings" panose="05000000000000000000" pitchFamily="2" charset="2"/>
              </a:rPr>
              <a:t>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Agregar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s-MX" b="1" dirty="0">
                <a:sym typeface="Wingdings" panose="05000000000000000000" pitchFamily="2" charset="2"/>
              </a:rPr>
              <a:t></a:t>
            </a:r>
            <a:r>
              <a:rPr lang="en-US" b="1" dirty="0">
                <a:sym typeface="Wingdings" panose="05000000000000000000" pitchFamily="2" charset="2"/>
              </a:rPr>
              <a:t> Nuevo </a:t>
            </a:r>
            <a:r>
              <a:rPr lang="en-US" b="1" dirty="0" err="1">
                <a:sym typeface="Wingdings" panose="05000000000000000000" pitchFamily="2" charset="2"/>
              </a:rPr>
              <a:t>elemento</a:t>
            </a:r>
            <a:r>
              <a:rPr lang="en-US" b="1" dirty="0">
                <a:sym typeface="Wingdings" panose="05000000000000000000" pitchFamily="2" charset="2"/>
              </a:rPr>
              <a:t>  Servicio web (ASMX</a:t>
            </a:r>
            <a:r>
              <a:rPr lang="es-MX" b="1" dirty="0">
                <a:sym typeface="Wingdings" panose="05000000000000000000" pitchFamily="2" charset="2"/>
              </a:rPr>
              <a:t>)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8C3661-2237-BA19-89E4-67E2852D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8" y="1979547"/>
            <a:ext cx="4266015" cy="43565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565DB01-D7B0-8465-A336-F71CFC98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443" y="1981428"/>
            <a:ext cx="6240812" cy="435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9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0815-0647-2AAA-B642-BD767FA7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1BF21-89CD-E2D4-EDAC-A36969B5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Pruebas para el servicio web DE USUARIOS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3D4DA333-2C06-3CB8-3277-46623AA2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E442AE31-1D3D-E083-A492-E297D7EF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E11E782-B7EA-FE91-7A0A-2891895CCED8}"/>
              </a:ext>
            </a:extLst>
          </p:cNvPr>
          <p:cNvSpPr txBox="1"/>
          <p:nvPr/>
        </p:nvSpPr>
        <p:spPr>
          <a:xfrm>
            <a:off x="252832" y="1527040"/>
            <a:ext cx="454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Web Service: </a:t>
            </a:r>
            <a:r>
              <a:rPr lang="es-MX" dirty="0"/>
              <a:t>ServiciosUsuarios.asmx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979CBB1-5B4A-59AA-F0B6-1B7D8544B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26" y="2140677"/>
            <a:ext cx="1930339" cy="39111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04B0DB2-AC0B-6F32-67E8-7CF316FFB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891" y="2307132"/>
            <a:ext cx="4322538" cy="290575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0B74DFD-6B0A-0E8C-ECE1-670121AAFEC8}"/>
              </a:ext>
            </a:extLst>
          </p:cNvPr>
          <p:cNvSpPr txBox="1"/>
          <p:nvPr/>
        </p:nvSpPr>
        <p:spPr>
          <a:xfrm>
            <a:off x="7612093" y="1574727"/>
            <a:ext cx="4071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Base de datos:</a:t>
            </a:r>
            <a:r>
              <a:rPr lang="es-MX" dirty="0"/>
              <a:t> </a:t>
            </a:r>
            <a:r>
              <a:rPr lang="es-MX" dirty="0" err="1"/>
              <a:t>BD_Ejemplo</a:t>
            </a:r>
            <a:endParaRPr lang="es-MX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59BFAB5-DC9C-085F-F13D-7B0B422C1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093" y="2140677"/>
            <a:ext cx="3054507" cy="32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6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DC84-7BF8-DAB4-698D-15DD80ED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2A600-F061-5A91-A97A-548C0924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Obtener todos los nombres de usuarios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4FFB60EB-DA83-A41B-61BA-DCABCEC2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7DA875BE-8BCB-B150-8FF2-9BB7E931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2D41B0E-1557-34D5-8AB7-E16627EB7C67}"/>
              </a:ext>
            </a:extLst>
          </p:cNvPr>
          <p:cNvSpPr txBox="1"/>
          <p:nvPr/>
        </p:nvSpPr>
        <p:spPr>
          <a:xfrm>
            <a:off x="252831" y="1527040"/>
            <a:ext cx="1168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Web Method: </a:t>
            </a:r>
            <a:r>
              <a:rPr lang="es-MX" dirty="0" err="1"/>
              <a:t>ObtenerUsuarios</a:t>
            </a:r>
            <a:endParaRPr lang="es-MX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371148-E7BE-A93C-3105-E39227443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31" y="2205026"/>
            <a:ext cx="6284634" cy="39809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4608CE-A58F-4A24-3A48-968870D0D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42"/>
          <a:stretch>
            <a:fillRect/>
          </a:stretch>
        </p:blipFill>
        <p:spPr>
          <a:xfrm>
            <a:off x="6952397" y="3001466"/>
            <a:ext cx="4986771" cy="260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3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5514-0699-A7DB-F2DE-FBF1E761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0F8E0-0263-76DC-1635-53F3D90B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Obtener usuario por Id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B5BE1388-F36F-D568-555B-EAB9030F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7C0713F-E8DD-BB75-C366-84B30B7E39DB}"/>
              </a:ext>
            </a:extLst>
          </p:cNvPr>
          <p:cNvSpPr txBox="1"/>
          <p:nvPr/>
        </p:nvSpPr>
        <p:spPr>
          <a:xfrm>
            <a:off x="252831" y="1527040"/>
            <a:ext cx="1168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Web Method: </a:t>
            </a:r>
            <a:r>
              <a:rPr lang="es-MX" dirty="0" err="1"/>
              <a:t>ObtenerUsuariosPorId</a:t>
            </a:r>
            <a:endParaRPr lang="es-MX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CDF3DB-D842-6C57-0414-3AB974F8D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14"/>
          <a:stretch>
            <a:fillRect/>
          </a:stretch>
        </p:blipFill>
        <p:spPr>
          <a:xfrm>
            <a:off x="6324436" y="2509739"/>
            <a:ext cx="5614732" cy="32947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4CF4D8-6F93-4AA4-1A7D-0DC6ECF17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31" y="2139307"/>
            <a:ext cx="5708219" cy="4035364"/>
          </a:xfrm>
          <a:prstGeom prst="rect">
            <a:avLst/>
          </a:prstGeom>
        </p:spPr>
      </p:pic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9B1F7839-1BB4-ABE4-3E22-1CA83624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46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1BE-6C02-64CE-932F-11F1899A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3A31A-2945-4439-DF2C-964F1F05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Crear nuevo usuario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4EADFF96-E9F7-B2FF-B45C-4AD5D840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483528C-E832-CA88-664C-BA9A04EE851F}"/>
              </a:ext>
            </a:extLst>
          </p:cNvPr>
          <p:cNvSpPr txBox="1"/>
          <p:nvPr/>
        </p:nvSpPr>
        <p:spPr>
          <a:xfrm>
            <a:off x="252831" y="1527040"/>
            <a:ext cx="1168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Web Method: </a:t>
            </a:r>
            <a:r>
              <a:rPr lang="es-MX" dirty="0"/>
              <a:t>Agregar Usuario</a:t>
            </a:r>
            <a:endParaRPr lang="es-MX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554F20-4868-6C82-D5D7-75297CBA9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84" b="17459"/>
          <a:stretch>
            <a:fillRect/>
          </a:stretch>
        </p:blipFill>
        <p:spPr>
          <a:xfrm>
            <a:off x="7765047" y="3866083"/>
            <a:ext cx="3495528" cy="23075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03E3BC-5E17-BAB7-7508-792A5B4CC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76" b="23726"/>
          <a:stretch>
            <a:fillRect/>
          </a:stretch>
        </p:blipFill>
        <p:spPr>
          <a:xfrm>
            <a:off x="6743409" y="1960498"/>
            <a:ext cx="5121306" cy="16613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9729843-6432-128B-CE66-68CB4F4C0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31" y="2060026"/>
            <a:ext cx="6131407" cy="4173250"/>
          </a:xfrm>
          <a:prstGeom prst="rect">
            <a:avLst/>
          </a:prstGeom>
        </p:spPr>
      </p:pic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A7156BD7-C59F-D763-2026-43563F09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28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26B5-0569-22EC-E6B6-462EA6C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484B2-9344-293D-9173-822B4662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1" y="381976"/>
            <a:ext cx="11686337" cy="1080938"/>
          </a:xfrm>
        </p:spPr>
        <p:txBody>
          <a:bodyPr>
            <a:normAutofit/>
          </a:bodyPr>
          <a:lstStyle/>
          <a:p>
            <a:r>
              <a:rPr lang="es-MX" b="1" dirty="0"/>
              <a:t>Otros métodos de prueba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8F1AA77F-F56D-F59B-5CA5-07CAF8D3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50981" y="6417817"/>
            <a:ext cx="2743200" cy="365125"/>
          </a:xfrm>
        </p:spPr>
        <p:txBody>
          <a:bodyPr/>
          <a:lstStyle/>
          <a:p>
            <a:fld id="{2D380774-BAF7-4903-8BAC-1B004C2938A8}" type="datetime1">
              <a:rPr lang="es-MX" smtClean="0">
                <a:solidFill>
                  <a:schemeClr val="tx1"/>
                </a:solidFill>
              </a:rPr>
              <a:t>12/06/2026</a:t>
            </a:fld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756FAF8-1438-5073-82F7-8E4A5467B9B5}"/>
              </a:ext>
            </a:extLst>
          </p:cNvPr>
          <p:cNvSpPr txBox="1"/>
          <p:nvPr/>
        </p:nvSpPr>
        <p:spPr>
          <a:xfrm>
            <a:off x="252831" y="1367385"/>
            <a:ext cx="1168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Web Method: </a:t>
            </a:r>
            <a:r>
              <a:rPr lang="es-MX" dirty="0"/>
              <a:t>Saludar</a:t>
            </a:r>
            <a:endParaRPr lang="es-MX" b="1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D608031E-44A4-C159-6D61-D08D322E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31" y="6417818"/>
            <a:ext cx="7298150" cy="365125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ING ERICK EDUARDO VALENCIA GÓMEZ</a:t>
            </a:r>
            <a:endParaRPr lang="es-MX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5272A2-B0C2-449A-48AA-C63C1B3D3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869" b="61735"/>
          <a:stretch>
            <a:fillRect/>
          </a:stretch>
        </p:blipFill>
        <p:spPr>
          <a:xfrm>
            <a:off x="252832" y="1835673"/>
            <a:ext cx="3806954" cy="16586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66EE1D5-5F5D-BD0C-C5A7-4B8F9C7FC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279" y="1835673"/>
            <a:ext cx="5162178" cy="165860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BE1E61B-91E5-57CD-9F87-4BB8E868C68D}"/>
              </a:ext>
            </a:extLst>
          </p:cNvPr>
          <p:cNvSpPr txBox="1"/>
          <p:nvPr/>
        </p:nvSpPr>
        <p:spPr>
          <a:xfrm>
            <a:off x="252831" y="3729631"/>
            <a:ext cx="2606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Web Method: </a:t>
            </a:r>
            <a:r>
              <a:rPr lang="es-MX" dirty="0"/>
              <a:t>Sumar</a:t>
            </a:r>
            <a:endParaRPr lang="es-MX" b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1E52F7A-EFA2-7CCC-5677-EFDD38E363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162"/>
          <a:stretch>
            <a:fillRect/>
          </a:stretch>
        </p:blipFill>
        <p:spPr>
          <a:xfrm>
            <a:off x="252830" y="4240017"/>
            <a:ext cx="3806953" cy="190844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AA9419A-4B8C-E275-0EAA-A7330E337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279" y="4240017"/>
            <a:ext cx="5124713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12177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1090</TotalTime>
  <Words>152</Words>
  <Application>Microsoft Office PowerPoint</Application>
  <PresentationFormat>Panorámica</PresentationFormat>
  <Paragraphs>32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Century Gothic</vt:lpstr>
      <vt:lpstr>Wingdings</vt:lpstr>
      <vt:lpstr>Wingdings 3</vt:lpstr>
      <vt:lpstr>Sector</vt:lpstr>
      <vt:lpstr>Pruebas unitarias  Web Services (ASMX)</vt:lpstr>
      <vt:lpstr>Creación del proyecto para el servicio web</vt:lpstr>
      <vt:lpstr>Creación del servicio web</vt:lpstr>
      <vt:lpstr>Pruebas para el servicio web DE USUARIOS</vt:lpstr>
      <vt:lpstr>Obtener todos los nombres de usuarios</vt:lpstr>
      <vt:lpstr>Obtener usuario por Id</vt:lpstr>
      <vt:lpstr>Crear nuevo usuario</vt:lpstr>
      <vt:lpstr>Otros métodos de prueba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Hernandez</dc:creator>
  <cp:lastModifiedBy>Erick Valencia</cp:lastModifiedBy>
  <cp:revision>10</cp:revision>
  <dcterms:created xsi:type="dcterms:W3CDTF">2026-05-06T05:24:18Z</dcterms:created>
  <dcterms:modified xsi:type="dcterms:W3CDTF">2026-06-12T19:34:18Z</dcterms:modified>
</cp:coreProperties>
</file>