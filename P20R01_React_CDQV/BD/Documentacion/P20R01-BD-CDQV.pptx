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97" r:id="rId3"/>
    <p:sldId id="303" r:id="rId4"/>
    <p:sldId id="298" r:id="rId5"/>
    <p:sldId id="304" r:id="rId6"/>
    <p:sldId id="305" r:id="rId7"/>
    <p:sldId id="329" r:id="rId8"/>
    <p:sldId id="331" r:id="rId9"/>
    <p:sldId id="330" r:id="rId10"/>
    <p:sldId id="332" r:id="rId11"/>
    <p:sldId id="333" r:id="rId12"/>
    <p:sldId id="339" r:id="rId13"/>
  </p:sldIdLst>
  <p:sldSz cx="9144000" cy="5143500" type="screen16x9"/>
  <p:notesSz cx="6858000" cy="9144000"/>
  <p:embeddedFontLst>
    <p:embeddedFont>
      <p:font typeface="Cairo" panose="020B0604020202020204" charset="-78"/>
      <p:regular r:id="rId15"/>
      <p:bold r:id="rId16"/>
    </p:embeddedFont>
    <p:embeddedFont>
      <p:font typeface="Nunito Light" pitchFamily="2" charset="0"/>
      <p:regular r:id="rId17"/>
      <p:italic r:id="rId18"/>
    </p:embeddedFont>
    <p:embeddedFont>
      <p:font typeface="Space Grotesk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2ABCE8-890C-42B6-9479-B6AA132F1069}">
  <a:tblStyle styleId="{4C2ABCE8-890C-42B6-9479-B6AA132F10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21F825-CA82-43B7-8C69-8F74CCF8B41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A3C5277-5338-601E-870F-C17081A7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3896298-57E6-1601-84E0-9FCABB323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A4831BDF-8D30-7E74-EA5A-282D58A89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939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9E1162CD-85C3-60F2-ACEF-9BE26FF3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BD34C02A-74B1-8E72-2203-D072CF8FB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3C2EA164-107B-D795-99A2-C5DD4838F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78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60BED17-792F-CCA9-E55C-104A86B5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3E1E005-5628-5C88-ADEE-B0DFF1CDE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8E2096AC-3884-BAAA-8252-C21785792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539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EF1CA623-A8E6-2CB3-29B3-145198BC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45643978-58A4-8CCD-0CBF-0B9213857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8EAA9E8B-931C-3641-C366-ED9F988F3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623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C55D941-4522-9042-B60E-0EC65169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7CC7CBB-C67A-EB19-260E-3AB31EB47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F37812A-6F18-DE29-6D78-46A8839E4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674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C47703C5-A81D-7014-CA8C-FDE9E43A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>
            <a:extLst>
              <a:ext uri="{FF2B5EF4-FFF2-40B4-BE49-F238E27FC236}">
                <a16:creationId xmlns:a16="http://schemas.microsoft.com/office/drawing/2014/main" id="{A42C2199-9D4E-0334-C033-58B4A7D64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417" name="Google Shape;417;g54dda1946d_4_2726:notes">
            <a:extLst>
              <a:ext uri="{FF2B5EF4-FFF2-40B4-BE49-F238E27FC236}">
                <a16:creationId xmlns:a16="http://schemas.microsoft.com/office/drawing/2014/main" id="{C261EFEB-6817-8AFB-3C65-E0B678E92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389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3B64C84A-985F-C519-71E2-652E6749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14ACD06F-AA8B-7710-EE41-F25467DBF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7D7E9CB2-D359-1DFE-323C-F7ED3D932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249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8F236ACA-0454-5FAE-3918-CB2060AD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CD978A2A-FDE9-42F4-CAE4-1F05ABE5E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30D7E6A8-2387-58C4-962E-64D5830E7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291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F912C064-508C-9898-3A1E-C6BD3D60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2B1702F3-986B-D885-E864-D44E7B2B9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A2C4AA40-1CCA-F784-CD6C-563EEDABC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864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924DA052-3C77-5899-FC4C-029E27F0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3F18C9AF-9507-EE7F-BDD3-74777819E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0E7A610B-246A-E823-1509-E638BD9FD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422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B61EC0C4-E70D-C83A-D435-EE053A11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12E028EC-BD76-894A-A2C2-1E3CE64EC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F67412F4-7E51-DF5D-28DA-064D385C1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776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 hasCustomPrompt="1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1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21504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660598" y="3119096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PRUEBAS UNITARIAS EN SQL SERVER </a:t>
            </a:r>
            <a:br>
              <a:rPr lang="es-ES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Carlos David Quintero Villegas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EF31C6B-F900-518E-1C9D-433DDC21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EC828809-BC1C-EE31-2D79-81CC7E532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C18F3CB7-2003-2525-7430-6A3117A92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1.P20R01_1_BD_CreateDataBase.sql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B6F45B-9165-2B9A-ED07-438908227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72" y="1526291"/>
            <a:ext cx="5877656" cy="325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94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7D435F2-BAC1-5719-3CBF-C4977365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0FC5669E-F06C-283C-19CE-C0AA85095A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AC7BC5BC-8FAF-41AD-8AFD-9252D7BA2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CreateTables.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E3DADEAC-1384-7634-4E7C-842BDB734F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94BE9C5-9749-067B-51FD-D518DFF5B5F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D0C6FF7-B8A9-18F3-897D-3C7320F7D3C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9BF926A-420F-F13D-A46F-2D04D1703D4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971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4C77F9D7-5897-CA24-8E40-80F092C2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87BFDF7-4F41-B854-AEC3-724189608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08849D74-72C3-BE58-1CAF-C4235B4A6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2. P01R01_2_BD_CreateTables.sql       </a:t>
            </a:r>
            <a:endParaRPr dirty="0"/>
          </a:p>
        </p:txBody>
      </p:sp>
      <p:sp>
        <p:nvSpPr>
          <p:cNvPr id="9" name="Google Shape;260;p30">
            <a:extLst>
              <a:ext uri="{FF2B5EF4-FFF2-40B4-BE49-F238E27FC236}">
                <a16:creationId xmlns:a16="http://schemas.microsoft.com/office/drawing/2014/main" id="{7516FAFF-8AAE-E287-96BD-598438CFF771}"/>
              </a:ext>
            </a:extLst>
          </p:cNvPr>
          <p:cNvSpPr txBox="1">
            <a:spLocks/>
          </p:cNvSpPr>
          <p:nvPr/>
        </p:nvSpPr>
        <p:spPr>
          <a:xfrm>
            <a:off x="4667854" y="2517244"/>
            <a:ext cx="37338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US" dirty="0"/>
              <a:t>QA Validation.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DEB16D-4302-401D-E326-A2309D29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90" y="1526291"/>
            <a:ext cx="4228010" cy="30765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1EC163-F4BB-0454-E877-705C9EC1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854" y="1526291"/>
            <a:ext cx="3867690" cy="79068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B48A967-6A5A-7D21-0E75-A2C6364A9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854" y="2965436"/>
            <a:ext cx="3629532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6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C53BBC81-C4A9-D636-F424-57E9675A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01C41EF9-6F72-B9C1-813C-650A2D4CC5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5DDC7BBF-19DE-16A2-D953-78429CC79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Carga Inicial.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FD96D97-AD8D-AF8D-CBAD-643CE5F069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E4B2B251-6460-DCC0-8B53-9E5B01C386BB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40007F88-D480-4C43-B32C-80CEB095DE89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69B28691-BC8C-1052-0873-DA1C67463CDE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552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7C5B24BD-CD50-D49E-E557-715EFBE2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AA2CAC54-451C-DBC4-4A4C-D7EC9C3AD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F155124A-5C3D-67E0-F2DF-E07EA8605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3. P01R01_3_BD_CargaInicials.sql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B8104C-0905-A0C0-215F-11E03596E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66" y="1526291"/>
            <a:ext cx="3945434" cy="30340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C71128-FA96-134D-8AEA-F2430D039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178" y="1526291"/>
            <a:ext cx="3945434" cy="18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3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D9EE2ED2-CEB0-60BA-0326-D6BC3844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>
            <a:extLst>
              <a:ext uri="{FF2B5EF4-FFF2-40B4-BE49-F238E27FC236}">
                <a16:creationId xmlns:a16="http://schemas.microsoft.com/office/drawing/2014/main" id="{11EB2F7B-291C-62DA-38BD-695E50CEC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2466" y="1925444"/>
            <a:ext cx="5157184" cy="14560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Contingencia</a:t>
            </a:r>
            <a:endParaRPr dirty="0"/>
          </a:p>
        </p:txBody>
      </p:sp>
      <p:pic>
        <p:nvPicPr>
          <p:cNvPr id="421" name="Google Shape;421;p39">
            <a:extLst>
              <a:ext uri="{FF2B5EF4-FFF2-40B4-BE49-F238E27FC236}">
                <a16:creationId xmlns:a16="http://schemas.microsoft.com/office/drawing/2014/main" id="{D8CE7E12-BA93-92A0-F7D3-49AFB8F8FC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>
            <a:extLst>
              <a:ext uri="{FF2B5EF4-FFF2-40B4-BE49-F238E27FC236}">
                <a16:creationId xmlns:a16="http://schemas.microsoft.com/office/drawing/2014/main" id="{8813A438-164A-4BC3-A9F6-7FAF9EEC6BBF}"/>
              </a:ext>
            </a:extLst>
          </p:cNvPr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>
              <a:extLst>
                <a:ext uri="{FF2B5EF4-FFF2-40B4-BE49-F238E27FC236}">
                  <a16:creationId xmlns:a16="http://schemas.microsoft.com/office/drawing/2014/main" id="{3D9B95F4-F426-CFD9-437A-1BBE692A76BB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>
              <a:extLst>
                <a:ext uri="{FF2B5EF4-FFF2-40B4-BE49-F238E27FC236}">
                  <a16:creationId xmlns:a16="http://schemas.microsoft.com/office/drawing/2014/main" id="{7E454C58-8CDC-6C72-B82F-FA29D694583E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996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2243DEA5-8AF7-AF1A-0036-57D2EE18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7573DE3C-0D09-DFA3-89B7-44E98E681A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580BE7E1-89A0-F015-5354-CC3A1E21C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Truncate</a:t>
            </a:r>
            <a:br>
              <a:rPr lang="es-MX" dirty="0"/>
            </a:br>
            <a:r>
              <a:rPr lang="es-MX" dirty="0"/>
              <a:t>Table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DABF814B-40FE-50A8-738D-F82D418559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A17DC723-E3B8-1808-7333-1B428D323A8A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B28AA257-07EB-08DC-3E76-177B3DBA2623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2BB5B15D-6A23-8660-1B48-0028406C021B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7464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63A79BDD-A403-3903-DFCE-2927C6C9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C39B37F4-A23A-C1B6-2A3B-818C6BEE0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DCC979A5-E076-6989-D1EF-6F8CE4CDA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A. P01R01_BD_A_DropView.sql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AA02E91-C4CA-15BB-5E62-36CBCFE2B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39" y="1532867"/>
            <a:ext cx="4627842" cy="31656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77142A9-D456-23B7-544D-CC0BBE53B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238" y="1608912"/>
            <a:ext cx="3572374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4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A5E8993F-B992-DDA6-2412-F8AEB758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ACFA1CDE-82CD-2A4C-BB12-FE1D942D6F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03F37BA5-0933-35B9-A1CA-A9EFD74F2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201" y="2400884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 err="1"/>
              <a:t>DropTable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A03B72A8-B931-CFB5-CF7A-192F4721FC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541D246-8E23-80B6-E597-8DFD2E60A040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ABE81307-9ADA-469B-7AB5-358B103B5628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A062BCB5-8658-EEF5-C48E-CD9C0820FEE7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6705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E0519B66-E732-35AE-30C6-A460E5AE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76958FB4-E5E5-2E62-74CD-879508F316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949612" cy="54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Scripts en Ejecución.</a:t>
            </a:r>
            <a:br>
              <a:rPr lang="es-ES" dirty="0"/>
            </a:br>
            <a:endParaRPr dirty="0"/>
          </a:p>
        </p:txBody>
      </p:sp>
      <p:sp>
        <p:nvSpPr>
          <p:cNvPr id="260" name="Google Shape;260;p30">
            <a:extLst>
              <a:ext uri="{FF2B5EF4-FFF2-40B4-BE49-F238E27FC236}">
                <a16:creationId xmlns:a16="http://schemas.microsoft.com/office/drawing/2014/main" id="{290EF51E-C8CE-BF75-DB63-3B743E317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77691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B. P01R01_BD_B_DropTrigger.sql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0796E3-5E27-7BDA-34BB-A6CAD2BC1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1" y="1562567"/>
            <a:ext cx="4619863" cy="31652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BE8E0E-93D2-CD16-A6C1-70ED20CEA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745" y="1562567"/>
            <a:ext cx="3677163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5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7A01FFE-B159-E0C7-53CA-13AC8256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E5B8E3E7-F757-7299-54BE-447FDF789A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9D41ACCC-8343-BDD4-5883-435F65A5C8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7796" y="2388500"/>
            <a:ext cx="5226194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Drop</a:t>
            </a:r>
            <a:br>
              <a:rPr lang="es-MX" dirty="0"/>
            </a:br>
            <a:r>
              <a:rPr lang="es-MX" dirty="0" err="1"/>
              <a:t>DataBase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16F44A1B-4D4E-13FA-2D9F-DDEAD4403BC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06D74EB7-8D9C-5EA4-A6C9-2975E881EAD4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0903E122-8F6A-5D13-722D-05781806C761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10CA8BA6-CE4A-CC2B-19AD-F20979278547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1354132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105</Words>
  <Application>Microsoft Office PowerPoint</Application>
  <PresentationFormat>Presentación en pantalla (16:9)</PresentationFormat>
  <Paragraphs>24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Space Grotesk</vt:lpstr>
      <vt:lpstr>Cairo</vt:lpstr>
      <vt:lpstr>Arial</vt:lpstr>
      <vt:lpstr>Nunito Light</vt:lpstr>
      <vt:lpstr>Data Migration Project Proposal by Slidesgo</vt:lpstr>
      <vt:lpstr>PRUEBAS UNITARIAS EN SQL SERVER  </vt:lpstr>
      <vt:lpstr>Scripts en Ejecución. </vt:lpstr>
      <vt:lpstr>CreateTables.</vt:lpstr>
      <vt:lpstr>Scripts en Ejecución. </vt:lpstr>
      <vt:lpstr>Carga Inicial.</vt:lpstr>
      <vt:lpstr>Scripts en Ejecución. </vt:lpstr>
      <vt:lpstr>Contingencia</vt:lpstr>
      <vt:lpstr>Truncate Table</vt:lpstr>
      <vt:lpstr>Scripts en Ejecución. </vt:lpstr>
      <vt:lpstr>DropTable</vt:lpstr>
      <vt:lpstr>Scripts en Ejecución. </vt:lpstr>
      <vt:lpstr>Drop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Quintero</dc:creator>
  <cp:lastModifiedBy>David Quintero</cp:lastModifiedBy>
  <cp:revision>12</cp:revision>
  <dcterms:modified xsi:type="dcterms:W3CDTF">2026-06-24T01:38:58Z</dcterms:modified>
</cp:coreProperties>
</file>