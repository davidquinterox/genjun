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9"/>
  </p:notesMasterIdLst>
  <p:sldIdLst>
    <p:sldId id="256" r:id="rId2"/>
    <p:sldId id="297" r:id="rId3"/>
    <p:sldId id="303" r:id="rId4"/>
    <p:sldId id="298" r:id="rId5"/>
    <p:sldId id="354" r:id="rId6"/>
    <p:sldId id="355" r:id="rId7"/>
    <p:sldId id="356" r:id="rId8"/>
    <p:sldId id="357" r:id="rId9"/>
    <p:sldId id="358" r:id="rId10"/>
    <p:sldId id="359" r:id="rId11"/>
    <p:sldId id="360" r:id="rId12"/>
    <p:sldId id="361" r:id="rId13"/>
    <p:sldId id="362" r:id="rId14"/>
    <p:sldId id="363" r:id="rId15"/>
    <p:sldId id="364" r:id="rId16"/>
    <p:sldId id="365" r:id="rId17"/>
    <p:sldId id="366" r:id="rId18"/>
  </p:sldIdLst>
  <p:sldSz cx="9144000" cy="5143500" type="screen16x9"/>
  <p:notesSz cx="6858000" cy="9144000"/>
  <p:embeddedFontLst>
    <p:embeddedFont>
      <p:font typeface="Cairo" panose="020B0604020202020204" charset="-78"/>
      <p:regular r:id="rId20"/>
      <p:bold r:id="rId21"/>
    </p:embeddedFont>
    <p:embeddedFont>
      <p:font typeface="Nunito Light" pitchFamily="2" charset="0"/>
      <p:regular r:id="rId22"/>
      <p:italic r:id="rId23"/>
    </p:embeddedFont>
    <p:embeddedFont>
      <p:font typeface="Space Grotesk" panose="020B0604020202020204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C2ABCE8-890C-42B6-9479-B6AA132F1069}">
  <a:tblStyle styleId="{4C2ABCE8-890C-42B6-9479-B6AA132F106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721F825-CA82-43B7-8C69-8F74CCF8B41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28" autoAdjust="0"/>
    <p:restoredTop sz="94660"/>
  </p:normalViewPr>
  <p:slideViewPr>
    <p:cSldViewPr snapToGrid="0">
      <p:cViewPr varScale="1">
        <p:scale>
          <a:sx n="97" d="100"/>
          <a:sy n="97" d="100"/>
        </p:scale>
        <p:origin x="64" y="-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47" name="Google Shape;24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2A3C5277-5338-601E-870F-C17081A72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83896298-57E6-1601-84E0-9FCABB3235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A4831BDF-8D30-7E74-EA5A-282D58A897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2939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>
          <a:extLst>
            <a:ext uri="{FF2B5EF4-FFF2-40B4-BE49-F238E27FC236}">
              <a16:creationId xmlns:a16="http://schemas.microsoft.com/office/drawing/2014/main" id="{9E1162CD-85C3-60F2-ACEF-9BE26FF32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308:notes">
            <a:extLst>
              <a:ext uri="{FF2B5EF4-FFF2-40B4-BE49-F238E27FC236}">
                <a16:creationId xmlns:a16="http://schemas.microsoft.com/office/drawing/2014/main" id="{BD34C02A-74B1-8E72-2203-D072CF8FB6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90" name="Google Shape;290;g54dda1946d_6_308:notes">
            <a:extLst>
              <a:ext uri="{FF2B5EF4-FFF2-40B4-BE49-F238E27FC236}">
                <a16:creationId xmlns:a16="http://schemas.microsoft.com/office/drawing/2014/main" id="{3C2EA164-107B-D795-99A2-C5DD4838FF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6978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F60BED17-792F-CCA9-E55C-104A86B51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E3E1E005-5628-5C88-ADEE-B0DFF1CDE4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8E2096AC-3884-BAAA-8252-C217857924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15397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216A2F48-23EB-1798-9C15-62B1E79B9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05AA7A6A-C924-4F68-267C-6E3FECC3C7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D97C241D-B561-6991-E1CD-66953EAEBA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72801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>
          <a:extLst>
            <a:ext uri="{FF2B5EF4-FFF2-40B4-BE49-F238E27FC236}">
              <a16:creationId xmlns:a16="http://schemas.microsoft.com/office/drawing/2014/main" id="{57A27028-2EEA-8855-BD13-829E9EBEB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308:notes">
            <a:extLst>
              <a:ext uri="{FF2B5EF4-FFF2-40B4-BE49-F238E27FC236}">
                <a16:creationId xmlns:a16="http://schemas.microsoft.com/office/drawing/2014/main" id="{50DDFE71-BA0B-7E93-FC9E-6AD88037CC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90" name="Google Shape;290;g54dda1946d_6_308:notes">
            <a:extLst>
              <a:ext uri="{FF2B5EF4-FFF2-40B4-BE49-F238E27FC236}">
                <a16:creationId xmlns:a16="http://schemas.microsoft.com/office/drawing/2014/main" id="{2073264C-6F8B-363C-373B-32FADACDE1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79763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2667ADB2-27AA-CFFB-CD5D-FBCC7645C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00FBB77F-3E6F-AC99-4EC2-E3B987CAB9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198DFD02-ACC2-5C22-4B68-1E5F3EC75D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45634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54A32E29-DC8A-C2BF-5698-C44D8CBC1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C096855A-53BB-5602-C4ED-E9C3F1E81B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C7FC85BE-3E12-FBE2-E99B-81FA923CBD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76048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>
          <a:extLst>
            <a:ext uri="{FF2B5EF4-FFF2-40B4-BE49-F238E27FC236}">
              <a16:creationId xmlns:a16="http://schemas.microsoft.com/office/drawing/2014/main" id="{EC7EBA9A-BE3F-87A2-7DF3-C69554BC2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308:notes">
            <a:extLst>
              <a:ext uri="{FF2B5EF4-FFF2-40B4-BE49-F238E27FC236}">
                <a16:creationId xmlns:a16="http://schemas.microsoft.com/office/drawing/2014/main" id="{D77447F9-A64B-68AC-F56A-196A21C7BA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90" name="Google Shape;290;g54dda1946d_6_308:notes">
            <a:extLst>
              <a:ext uri="{FF2B5EF4-FFF2-40B4-BE49-F238E27FC236}">
                <a16:creationId xmlns:a16="http://schemas.microsoft.com/office/drawing/2014/main" id="{BC167224-3577-DFCB-9A5D-ABFBB725E0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03220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668D3129-D693-91ED-1451-1CDDB5BF0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D636E31F-BD5A-9820-6867-4FE789B8B9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708A8E6D-3744-79DE-3F86-45D8B7D46A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75218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25F7685B-FBA0-A268-380F-7CA883580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1D427868-89E3-C4DB-E948-3E2772FEC4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D4E503A5-F465-AF84-A728-662B25F4A4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37746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>
          <a:extLst>
            <a:ext uri="{FF2B5EF4-FFF2-40B4-BE49-F238E27FC236}">
              <a16:creationId xmlns:a16="http://schemas.microsoft.com/office/drawing/2014/main" id="{43E8CF84-DD14-3A1D-D79F-A871D60C6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308:notes">
            <a:extLst>
              <a:ext uri="{FF2B5EF4-FFF2-40B4-BE49-F238E27FC236}">
                <a16:creationId xmlns:a16="http://schemas.microsoft.com/office/drawing/2014/main" id="{D2D1939F-8071-5D81-B70E-2B2E9809C9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90" name="Google Shape;290;g54dda1946d_6_308:notes">
            <a:extLst>
              <a:ext uri="{FF2B5EF4-FFF2-40B4-BE49-F238E27FC236}">
                <a16:creationId xmlns:a16="http://schemas.microsoft.com/office/drawing/2014/main" id="{00831705-24F3-7C56-E1D8-85AA5D19AB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41294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C5BC6990-3253-A32E-23B0-DAD12DB6F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C37FEBC7-57B0-CDFE-885D-99D4DAAA22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54AB6615-4C26-FCC4-9DC0-A872420DF9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51674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DBC968FE-B3F9-5D43-8B81-43586B711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41B24F5E-8607-5107-CB57-82E0F4E627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F2DF00E2-3A7C-C61B-71B2-48D3EB1C99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83061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>
          <a:extLst>
            <a:ext uri="{FF2B5EF4-FFF2-40B4-BE49-F238E27FC236}">
              <a16:creationId xmlns:a16="http://schemas.microsoft.com/office/drawing/2014/main" id="{DC4FF377-9BCE-DE53-574C-75F55BE43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308:notes">
            <a:extLst>
              <a:ext uri="{FF2B5EF4-FFF2-40B4-BE49-F238E27FC236}">
                <a16:creationId xmlns:a16="http://schemas.microsoft.com/office/drawing/2014/main" id="{D864F48C-038B-798F-574B-A416F0399D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90" name="Google Shape;290;g54dda1946d_6_308:notes">
            <a:extLst>
              <a:ext uri="{FF2B5EF4-FFF2-40B4-BE49-F238E27FC236}">
                <a16:creationId xmlns:a16="http://schemas.microsoft.com/office/drawing/2014/main" id="{BA6515A5-623D-7EF8-5532-6301BFC38D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97242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FD7B60E7-E27D-B6FF-B726-8F75238DB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5159977E-4D4C-8C0C-C30B-4DD0A20074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8AFDCDD3-83ED-6D4D-C5EE-3624F6C484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69366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CAF8ADA1-B0C6-B812-049B-EA17370FA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0850594B-7087-3B29-A885-84373ED750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65BCDDA6-F12D-87C4-0AF0-F04DC670F6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474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2205375"/>
            <a:ext cx="5257800" cy="161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>
                <a:solidFill>
                  <a:srgbClr val="24116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885650"/>
            <a:ext cx="3690600" cy="468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0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4047175" y="2388500"/>
            <a:ext cx="43836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pic>
        <p:nvPicPr>
          <p:cNvPr id="15" name="Google Shape;1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4416200" y="2886625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4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8" name="Google Shape;18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720000" y="1090229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2" name="Google Shape;22;p4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23" name="Google Shape;23;p4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10" y="0"/>
            <a:ext cx="9143991" cy="5143500"/>
            <a:chOff x="10" y="0"/>
            <a:chExt cx="9143991" cy="5143500"/>
          </a:xfrm>
        </p:grpSpPr>
        <p:pic>
          <p:nvPicPr>
            <p:cNvPr id="57" name="Google Shape;57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4416200" y="2886625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" name="Google Shape;59;p8"/>
          <p:cNvGrpSpPr/>
          <p:nvPr/>
        </p:nvGrpSpPr>
        <p:grpSpPr>
          <a:xfrm rot="756538">
            <a:off x="5159567" y="-1927047"/>
            <a:ext cx="4574157" cy="3479412"/>
            <a:chOff x="1522650" y="1117750"/>
            <a:chExt cx="4574075" cy="3479350"/>
          </a:xfrm>
        </p:grpSpPr>
        <p:sp>
          <p:nvSpPr>
            <p:cNvPr id="60" name="Google Shape;60;p8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8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3830000" y="17164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9"/>
          <p:cNvGrpSpPr/>
          <p:nvPr/>
        </p:nvGrpSpPr>
        <p:grpSpPr>
          <a:xfrm rot="756538">
            <a:off x="-714808" y="-2409347"/>
            <a:ext cx="4574157" cy="3479412"/>
            <a:chOff x="1522650" y="1117750"/>
            <a:chExt cx="4574075" cy="3479350"/>
          </a:xfrm>
        </p:grpSpPr>
        <p:sp>
          <p:nvSpPr>
            <p:cNvPr id="65" name="Google Shape;65;p9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9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" name="Google Shape;67;p9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68" name="Google Shape;68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" name="Google Shape;70;p9"/>
          <p:cNvSpPr txBox="1">
            <a:spLocks noGrp="1"/>
          </p:cNvSpPr>
          <p:nvPr>
            <p:ph type="title"/>
          </p:nvPr>
        </p:nvSpPr>
        <p:spPr>
          <a:xfrm>
            <a:off x="713225" y="15289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subTitle" idx="1"/>
          </p:nvPr>
        </p:nvSpPr>
        <p:spPr>
          <a:xfrm>
            <a:off x="713225" y="3640050"/>
            <a:ext cx="4872900" cy="45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74" name="Google Shape;74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57132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5" name="Google Shape;75;p10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76" name="Google Shape;76;p1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8" name="Google Shape;78;p10"/>
          <p:cNvGrpSpPr/>
          <p:nvPr/>
        </p:nvGrpSpPr>
        <p:grpSpPr>
          <a:xfrm>
            <a:off x="-896231" y="-2525369"/>
            <a:ext cx="11703669" cy="10221582"/>
            <a:chOff x="-896231" y="-2525369"/>
            <a:chExt cx="11703669" cy="10221582"/>
          </a:xfrm>
        </p:grpSpPr>
        <p:grpSp>
          <p:nvGrpSpPr>
            <p:cNvPr id="79" name="Google Shape;79;p10"/>
            <p:cNvGrpSpPr/>
            <p:nvPr/>
          </p:nvGrpSpPr>
          <p:grpSpPr>
            <a:xfrm rot="-10539848" flipH="1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80" name="Google Shape;80;p10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10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10"/>
            <p:cNvGrpSpPr/>
            <p:nvPr/>
          </p:nvGrpSpPr>
          <p:grpSpPr>
            <a:xfrm>
              <a:off x="-896231" y="-2525369"/>
              <a:ext cx="4573618" cy="3479002"/>
              <a:chOff x="1522650" y="1117750"/>
              <a:chExt cx="4574075" cy="3479350"/>
            </a:xfrm>
          </p:grpSpPr>
          <p:sp>
            <p:nvSpPr>
              <p:cNvPr id="83" name="Google Shape;83;p10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10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24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223" name="Google Shape;223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5" name="Google Shape;225;p24"/>
          <p:cNvGrpSpPr/>
          <p:nvPr/>
        </p:nvGrpSpPr>
        <p:grpSpPr>
          <a:xfrm rot="756538">
            <a:off x="-1069833" y="-1842572"/>
            <a:ext cx="4574157" cy="3479412"/>
            <a:chOff x="1522650" y="1117750"/>
            <a:chExt cx="4574075" cy="3479350"/>
          </a:xfrm>
        </p:grpSpPr>
        <p:sp>
          <p:nvSpPr>
            <p:cNvPr id="226" name="Google Shape;226;p24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4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25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230" name="Google Shape;230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2" name="Google Shape;232;p25"/>
          <p:cNvGrpSpPr/>
          <p:nvPr/>
        </p:nvGrpSpPr>
        <p:grpSpPr>
          <a:xfrm>
            <a:off x="-1845124" y="-2180828"/>
            <a:ext cx="12652562" cy="9877041"/>
            <a:chOff x="-1845124" y="-2180828"/>
            <a:chExt cx="12652562" cy="9877041"/>
          </a:xfrm>
        </p:grpSpPr>
        <p:grpSp>
          <p:nvGrpSpPr>
            <p:cNvPr id="233" name="Google Shape;233;p25"/>
            <p:cNvGrpSpPr/>
            <p:nvPr/>
          </p:nvGrpSpPr>
          <p:grpSpPr>
            <a:xfrm>
              <a:off x="-1845124" y="-2180828"/>
              <a:ext cx="4574075" cy="3479350"/>
              <a:chOff x="1522650" y="1117750"/>
              <a:chExt cx="4574075" cy="3479350"/>
            </a:xfrm>
          </p:grpSpPr>
          <p:sp>
            <p:nvSpPr>
              <p:cNvPr id="234" name="Google Shape;234;p25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25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6" name="Google Shape;236;p25"/>
            <p:cNvGrpSpPr/>
            <p:nvPr/>
          </p:nvGrpSpPr>
          <p:grpSpPr>
            <a:xfrm rot="-10539848" flipH="1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237" name="Google Shape;237;p25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25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4" r:id="rId4"/>
    <p:sldLayoutId id="2147483655" r:id="rId5"/>
    <p:sldLayoutId id="2147483656" r:id="rId6"/>
    <p:sldLayoutId id="2147483658" r:id="rId7"/>
    <p:sldLayoutId id="2147483670" r:id="rId8"/>
    <p:sldLayoutId id="2147483671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29"/>
          <p:cNvGrpSpPr/>
          <p:nvPr/>
        </p:nvGrpSpPr>
        <p:grpSpPr>
          <a:xfrm rot="756538">
            <a:off x="-943408" y="-1494947"/>
            <a:ext cx="4574157" cy="3479412"/>
            <a:chOff x="1522650" y="1117750"/>
            <a:chExt cx="4574075" cy="3479350"/>
          </a:xfrm>
        </p:grpSpPr>
        <p:sp>
          <p:nvSpPr>
            <p:cNvPr id="250" name="Google Shape;250;p29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52" name="Google Shape;25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5721504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9"/>
          <p:cNvSpPr txBox="1">
            <a:spLocks noGrp="1"/>
          </p:cNvSpPr>
          <p:nvPr>
            <p:ph type="ctrTitle"/>
          </p:nvPr>
        </p:nvSpPr>
        <p:spPr>
          <a:xfrm>
            <a:off x="660598" y="3119096"/>
            <a:ext cx="5257800" cy="161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</a:rPr>
              <a:t>PRUEBAS API</a:t>
            </a:r>
            <a:br>
              <a:rPr lang="es-ES" dirty="0">
                <a:solidFill>
                  <a:schemeClr val="dk1"/>
                </a:solidFill>
              </a:rPr>
            </a:br>
            <a:r>
              <a:rPr lang="es-ES" dirty="0">
                <a:solidFill>
                  <a:schemeClr val="dk1"/>
                </a:solidFill>
              </a:rPr>
              <a:t>GESTORES</a:t>
            </a:r>
            <a:br>
              <a:rPr lang="es-ES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</p:txBody>
      </p:sp>
      <p:sp>
        <p:nvSpPr>
          <p:cNvPr id="254" name="Google Shape;254;p29"/>
          <p:cNvSpPr txBox="1">
            <a:spLocks noGrp="1"/>
          </p:cNvSpPr>
          <p:nvPr>
            <p:ph type="subTitle" idx="1"/>
          </p:nvPr>
        </p:nvSpPr>
        <p:spPr>
          <a:xfrm>
            <a:off x="713225" y="3885650"/>
            <a:ext cx="369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Carlos David Quintero Villegas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2EF31C6B-F900-518E-1C9D-433DDC218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EC828809-BC1C-EE31-2D79-81CC7E532F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ES" dirty="0" err="1"/>
              <a:t>ApiGestores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C18F3CB7-2003-2525-7430-6A3117A921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ES" dirty="0"/>
              <a:t>P</a:t>
            </a:r>
            <a:r>
              <a:rPr lang="es-MX" dirty="0" err="1"/>
              <a:t>ruebas</a:t>
            </a:r>
            <a:r>
              <a:rPr lang="es-MX" dirty="0"/>
              <a:t> de  </a:t>
            </a:r>
            <a:r>
              <a:rPr lang="es-MX" dirty="0" err="1"/>
              <a:t>apiGestores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D45A74B-0D25-49ED-AB12-8E5C34A0F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3169" y="1712579"/>
            <a:ext cx="5596403" cy="298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494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B7D435F2-BAC1-5719-3CBF-C49773652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3">
            <a:extLst>
              <a:ext uri="{FF2B5EF4-FFF2-40B4-BE49-F238E27FC236}">
                <a16:creationId xmlns:a16="http://schemas.microsoft.com/office/drawing/2014/main" id="{0FC5669E-F06C-283C-19CE-C0AA85095A8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3">
            <a:extLst>
              <a:ext uri="{FF2B5EF4-FFF2-40B4-BE49-F238E27FC236}">
                <a16:creationId xmlns:a16="http://schemas.microsoft.com/office/drawing/2014/main" id="{AC7BC5BC-8FAF-41AD-8AFD-9252D7BA20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81347" y="2388500"/>
            <a:ext cx="5549428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 err="1"/>
              <a:t>Get</a:t>
            </a:r>
            <a:r>
              <a:rPr lang="en-US" dirty="0"/>
              <a:t>/</a:t>
            </a:r>
            <a:r>
              <a:rPr lang="en-US" dirty="0" err="1"/>
              <a:t>Gestores</a:t>
            </a:r>
            <a:endParaRPr dirty="0"/>
          </a:p>
        </p:txBody>
      </p:sp>
      <p:sp>
        <p:nvSpPr>
          <p:cNvPr id="294" name="Google Shape;294;p33">
            <a:extLst>
              <a:ext uri="{FF2B5EF4-FFF2-40B4-BE49-F238E27FC236}">
                <a16:creationId xmlns:a16="http://schemas.microsoft.com/office/drawing/2014/main" id="{E3DADEAC-1384-7634-4E7C-842BDB734FA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295" name="Google Shape;295;p33">
            <a:extLst>
              <a:ext uri="{FF2B5EF4-FFF2-40B4-BE49-F238E27FC236}">
                <a16:creationId xmlns:a16="http://schemas.microsoft.com/office/drawing/2014/main" id="{494BE9C5-9749-067B-51FD-D518DFF5B5F2}"/>
              </a:ext>
            </a:extLst>
          </p:cNvPr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296" name="Google Shape;296;p33">
              <a:extLst>
                <a:ext uri="{FF2B5EF4-FFF2-40B4-BE49-F238E27FC236}">
                  <a16:creationId xmlns:a16="http://schemas.microsoft.com/office/drawing/2014/main" id="{0D0C6FF7-B8A9-18F3-897D-3C7320F7D3C4}"/>
                </a:ext>
              </a:extLst>
            </p:cNvPr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3">
              <a:extLst>
                <a:ext uri="{FF2B5EF4-FFF2-40B4-BE49-F238E27FC236}">
                  <a16:creationId xmlns:a16="http://schemas.microsoft.com/office/drawing/2014/main" id="{29BF926A-420F-F13D-A46F-2D04D1703D4C}"/>
                </a:ext>
              </a:extLst>
            </p:cNvPr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49715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4C77F9D7-5897-CA24-8E40-80F092C29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587BFDF7-4F41-B854-AEC3-7241896086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Swagger </a:t>
            </a:r>
            <a:br>
              <a:rPr lang="es-ES" dirty="0"/>
            </a:b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57178FE-3663-DCBA-E19B-94DA64E93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871" y="1054950"/>
            <a:ext cx="6182259" cy="364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263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035BD4E0-10EF-7429-1C48-FA081AB31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60549D38-B874-8489-F5AD-AF43BD92C9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Postman </a:t>
            </a:r>
            <a:br>
              <a:rPr lang="es-ES" dirty="0"/>
            </a:b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7EAF601-4510-27B5-5AD0-F2C938BE7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870" y="1068700"/>
            <a:ext cx="6182259" cy="364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183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12603365-11DD-F729-54C8-DF13FBF13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3">
            <a:extLst>
              <a:ext uri="{FF2B5EF4-FFF2-40B4-BE49-F238E27FC236}">
                <a16:creationId xmlns:a16="http://schemas.microsoft.com/office/drawing/2014/main" id="{CD834906-E744-D2FC-E869-3BC0B8BB6AB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3">
            <a:extLst>
              <a:ext uri="{FF2B5EF4-FFF2-40B4-BE49-F238E27FC236}">
                <a16:creationId xmlns:a16="http://schemas.microsoft.com/office/drawing/2014/main" id="{2A43D029-C3E1-36AF-799E-8C91F5B8BF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81347" y="2388500"/>
            <a:ext cx="5549428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Post</a:t>
            </a:r>
            <a:r>
              <a:rPr lang="en-US" dirty="0"/>
              <a:t>/</a:t>
            </a:r>
            <a:r>
              <a:rPr lang="en-US" dirty="0" err="1"/>
              <a:t>Gestores</a:t>
            </a:r>
            <a:endParaRPr dirty="0"/>
          </a:p>
        </p:txBody>
      </p:sp>
      <p:sp>
        <p:nvSpPr>
          <p:cNvPr id="294" name="Google Shape;294;p33">
            <a:extLst>
              <a:ext uri="{FF2B5EF4-FFF2-40B4-BE49-F238E27FC236}">
                <a16:creationId xmlns:a16="http://schemas.microsoft.com/office/drawing/2014/main" id="{8D0207E9-1179-4EBF-B0E7-E45110CC08E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295" name="Google Shape;295;p33">
            <a:extLst>
              <a:ext uri="{FF2B5EF4-FFF2-40B4-BE49-F238E27FC236}">
                <a16:creationId xmlns:a16="http://schemas.microsoft.com/office/drawing/2014/main" id="{5F95F589-0322-65C0-CAE1-1B17706F3969}"/>
              </a:ext>
            </a:extLst>
          </p:cNvPr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296" name="Google Shape;296;p33">
              <a:extLst>
                <a:ext uri="{FF2B5EF4-FFF2-40B4-BE49-F238E27FC236}">
                  <a16:creationId xmlns:a16="http://schemas.microsoft.com/office/drawing/2014/main" id="{F0E45F69-1BA1-C2D3-DBC2-E04C8968B177}"/>
                </a:ext>
              </a:extLst>
            </p:cNvPr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3">
              <a:extLst>
                <a:ext uri="{FF2B5EF4-FFF2-40B4-BE49-F238E27FC236}">
                  <a16:creationId xmlns:a16="http://schemas.microsoft.com/office/drawing/2014/main" id="{CDF3B7A5-ACA8-2AB3-6813-1D088970BF83}"/>
                </a:ext>
              </a:extLst>
            </p:cNvPr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23542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05CBB0AB-C194-F64B-9933-0D7C50645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CF4D3FEA-02A8-CF08-2B6A-E99EC5EFC7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Swagger </a:t>
            </a:r>
            <a:br>
              <a:rPr lang="es-ES" dirty="0"/>
            </a:b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C4F0B41-3D31-7BAE-997E-E129E9D17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606" y="1393291"/>
            <a:ext cx="5960788" cy="322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905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71A3929A-6498-23AC-3BF1-414509A12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3E071C25-58D9-3EA0-FB6E-980DEB5720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Postman </a:t>
            </a:r>
            <a:br>
              <a:rPr lang="es-ES" dirty="0"/>
            </a:b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01AF0CE-41DB-2265-2F60-C2E8F89D9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264" y="991403"/>
            <a:ext cx="5349472" cy="3892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197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D1C870D1-989F-FCA0-239F-BF83AD576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3">
            <a:extLst>
              <a:ext uri="{FF2B5EF4-FFF2-40B4-BE49-F238E27FC236}">
                <a16:creationId xmlns:a16="http://schemas.microsoft.com/office/drawing/2014/main" id="{E776090C-B320-CD92-F584-4CC95ED7E16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3">
            <a:extLst>
              <a:ext uri="{FF2B5EF4-FFF2-40B4-BE49-F238E27FC236}">
                <a16:creationId xmlns:a16="http://schemas.microsoft.com/office/drawing/2014/main" id="{38816FE2-AAAB-6C0D-D91F-8C698C96A6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81347" y="2388500"/>
            <a:ext cx="5549428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 err="1"/>
              <a:t>Get</a:t>
            </a:r>
            <a:r>
              <a:rPr lang="en-US" dirty="0"/>
              <a:t>/</a:t>
            </a:r>
            <a:r>
              <a:rPr lang="en-US" dirty="0" err="1"/>
              <a:t>Gestores</a:t>
            </a:r>
            <a:r>
              <a:rPr lang="en-US" dirty="0"/>
              <a:t>/{id}</a:t>
            </a:r>
            <a:endParaRPr dirty="0"/>
          </a:p>
        </p:txBody>
      </p:sp>
      <p:sp>
        <p:nvSpPr>
          <p:cNvPr id="294" name="Google Shape;294;p33">
            <a:extLst>
              <a:ext uri="{FF2B5EF4-FFF2-40B4-BE49-F238E27FC236}">
                <a16:creationId xmlns:a16="http://schemas.microsoft.com/office/drawing/2014/main" id="{10F2873A-FF73-408D-ECED-B561EEE6946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295" name="Google Shape;295;p33">
            <a:extLst>
              <a:ext uri="{FF2B5EF4-FFF2-40B4-BE49-F238E27FC236}">
                <a16:creationId xmlns:a16="http://schemas.microsoft.com/office/drawing/2014/main" id="{D7AAF57E-8B52-1284-A3F7-13A049F12517}"/>
              </a:ext>
            </a:extLst>
          </p:cNvPr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296" name="Google Shape;296;p33">
              <a:extLst>
                <a:ext uri="{FF2B5EF4-FFF2-40B4-BE49-F238E27FC236}">
                  <a16:creationId xmlns:a16="http://schemas.microsoft.com/office/drawing/2014/main" id="{C1B60602-B4C8-DBA4-C371-04C7A341B25F}"/>
                </a:ext>
              </a:extLst>
            </p:cNvPr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3">
              <a:extLst>
                <a:ext uri="{FF2B5EF4-FFF2-40B4-BE49-F238E27FC236}">
                  <a16:creationId xmlns:a16="http://schemas.microsoft.com/office/drawing/2014/main" id="{F7061D67-A44D-719A-C077-969F746D521B}"/>
                </a:ext>
              </a:extLst>
            </p:cNvPr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51236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299E63DB-3D3F-5DC4-AA25-44B3594A3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368503EE-B792-AFBA-395F-521A09C004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Swagger </a:t>
            </a:r>
            <a:br>
              <a:rPr lang="es-ES" dirty="0"/>
            </a:b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46AE7F8-F002-7D49-AB67-436CF8687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580" y="1010346"/>
            <a:ext cx="7356451" cy="368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289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745A4BF9-A213-6AB2-1B3A-E8011EDBC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675B3DF4-1E58-5AD8-FBDF-5DF182D9EE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Postman </a:t>
            </a:r>
            <a:br>
              <a:rPr lang="es-ES" dirty="0"/>
            </a:b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C014C9F-691C-24AB-5E3C-7D7414185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024" y="991403"/>
            <a:ext cx="5335952" cy="3837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432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C8A29AFA-D7F8-5110-1649-63B7DB25C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3">
            <a:extLst>
              <a:ext uri="{FF2B5EF4-FFF2-40B4-BE49-F238E27FC236}">
                <a16:creationId xmlns:a16="http://schemas.microsoft.com/office/drawing/2014/main" id="{43228C01-7658-5FE6-B747-B48275BBA8D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3">
            <a:extLst>
              <a:ext uri="{FF2B5EF4-FFF2-40B4-BE49-F238E27FC236}">
                <a16:creationId xmlns:a16="http://schemas.microsoft.com/office/drawing/2014/main" id="{4A452269-8BC1-CE6F-4378-D4B04A27F0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81347" y="2388500"/>
            <a:ext cx="5549428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Put</a:t>
            </a:r>
            <a:r>
              <a:rPr lang="en-US" dirty="0"/>
              <a:t>/</a:t>
            </a:r>
            <a:r>
              <a:rPr lang="en-US" dirty="0" err="1"/>
              <a:t>Gestores</a:t>
            </a:r>
            <a:r>
              <a:rPr lang="en-US" dirty="0"/>
              <a:t>/{id}</a:t>
            </a:r>
            <a:endParaRPr dirty="0"/>
          </a:p>
        </p:txBody>
      </p:sp>
      <p:sp>
        <p:nvSpPr>
          <p:cNvPr id="294" name="Google Shape;294;p33">
            <a:extLst>
              <a:ext uri="{FF2B5EF4-FFF2-40B4-BE49-F238E27FC236}">
                <a16:creationId xmlns:a16="http://schemas.microsoft.com/office/drawing/2014/main" id="{1C13D5AE-E4CB-08FB-BD23-C1751CE558D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295" name="Google Shape;295;p33">
            <a:extLst>
              <a:ext uri="{FF2B5EF4-FFF2-40B4-BE49-F238E27FC236}">
                <a16:creationId xmlns:a16="http://schemas.microsoft.com/office/drawing/2014/main" id="{070A579D-1030-682F-A702-D037D20D4392}"/>
              </a:ext>
            </a:extLst>
          </p:cNvPr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296" name="Google Shape;296;p33">
              <a:extLst>
                <a:ext uri="{FF2B5EF4-FFF2-40B4-BE49-F238E27FC236}">
                  <a16:creationId xmlns:a16="http://schemas.microsoft.com/office/drawing/2014/main" id="{C0872C35-68B4-C607-24E6-03F3E04DF7F1}"/>
                </a:ext>
              </a:extLst>
            </p:cNvPr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3">
              <a:extLst>
                <a:ext uri="{FF2B5EF4-FFF2-40B4-BE49-F238E27FC236}">
                  <a16:creationId xmlns:a16="http://schemas.microsoft.com/office/drawing/2014/main" id="{93912DF4-696E-C2C8-2284-02C0348621C0}"/>
                </a:ext>
              </a:extLst>
            </p:cNvPr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95335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C1A7804D-D1BB-C7FE-99B1-DBF793B7D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8D3DC192-2446-CBC2-BA83-758FD2464F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Swagger </a:t>
            </a:r>
            <a:br>
              <a:rPr lang="es-ES" dirty="0"/>
            </a:b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64F3266-88BF-3447-5004-7FCAB418B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093" y="991403"/>
            <a:ext cx="6895814" cy="373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567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FDBBBF95-15E7-644B-3B59-33F8A7275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98AF8F37-6D5A-9D6D-E6A6-0AC74134B7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Postman </a:t>
            </a:r>
            <a:br>
              <a:rPr lang="es-ES" dirty="0"/>
            </a:b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00F1F31-06B3-34BE-6607-B7309E659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993" y="991403"/>
            <a:ext cx="5482013" cy="392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448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E18EE50F-F335-F487-09D5-56A5CD472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3">
            <a:extLst>
              <a:ext uri="{FF2B5EF4-FFF2-40B4-BE49-F238E27FC236}">
                <a16:creationId xmlns:a16="http://schemas.microsoft.com/office/drawing/2014/main" id="{8AC16AD5-6B45-D81C-2FA7-F50D63691AD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3">
            <a:extLst>
              <a:ext uri="{FF2B5EF4-FFF2-40B4-BE49-F238E27FC236}">
                <a16:creationId xmlns:a16="http://schemas.microsoft.com/office/drawing/2014/main" id="{99A84FFC-1D8D-12E4-6B2A-49606E3C3C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81346" y="2388500"/>
            <a:ext cx="6512633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 err="1"/>
              <a:t>Delete</a:t>
            </a:r>
            <a:r>
              <a:rPr lang="en-US" dirty="0"/>
              <a:t>/</a:t>
            </a:r>
            <a:r>
              <a:rPr lang="en-US" dirty="0" err="1"/>
              <a:t>Gestores</a:t>
            </a:r>
            <a:r>
              <a:rPr lang="en-US" dirty="0"/>
              <a:t>/{id}</a:t>
            </a:r>
            <a:endParaRPr dirty="0"/>
          </a:p>
        </p:txBody>
      </p:sp>
      <p:sp>
        <p:nvSpPr>
          <p:cNvPr id="294" name="Google Shape;294;p33">
            <a:extLst>
              <a:ext uri="{FF2B5EF4-FFF2-40B4-BE49-F238E27FC236}">
                <a16:creationId xmlns:a16="http://schemas.microsoft.com/office/drawing/2014/main" id="{6493A48C-F73A-2E92-EC22-23E81FE6FA8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grpSp>
        <p:nvGrpSpPr>
          <p:cNvPr id="295" name="Google Shape;295;p33">
            <a:extLst>
              <a:ext uri="{FF2B5EF4-FFF2-40B4-BE49-F238E27FC236}">
                <a16:creationId xmlns:a16="http://schemas.microsoft.com/office/drawing/2014/main" id="{AFEDB7AA-4662-3FF8-7AA8-BF7967FC06B1}"/>
              </a:ext>
            </a:extLst>
          </p:cNvPr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296" name="Google Shape;296;p33">
              <a:extLst>
                <a:ext uri="{FF2B5EF4-FFF2-40B4-BE49-F238E27FC236}">
                  <a16:creationId xmlns:a16="http://schemas.microsoft.com/office/drawing/2014/main" id="{07C30D2F-42D5-7CEB-BA89-790842A629DB}"/>
                </a:ext>
              </a:extLst>
            </p:cNvPr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3">
              <a:extLst>
                <a:ext uri="{FF2B5EF4-FFF2-40B4-BE49-F238E27FC236}">
                  <a16:creationId xmlns:a16="http://schemas.microsoft.com/office/drawing/2014/main" id="{90F78617-B5F6-FC22-D5B0-CEBA5A2F1FB3}"/>
                </a:ext>
              </a:extLst>
            </p:cNvPr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94435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3C521058-F62A-0BA2-2E47-B63565E44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65251DC0-3CE2-A8D7-22D5-3333C3A6A3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Swagger </a:t>
            </a:r>
            <a:br>
              <a:rPr lang="es-ES" dirty="0"/>
            </a:b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0A1D72D-5B8D-6D8F-6C10-589E831C1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110" y="991403"/>
            <a:ext cx="7611780" cy="3843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8729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C78DD57E-52CE-857E-91A6-A109D6DF8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1B387DD9-67BC-D8E6-01B1-DE88FFFB0A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Postman </a:t>
            </a:r>
            <a:br>
              <a:rPr lang="es-ES" dirty="0"/>
            </a:b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70ECB6F-3F40-CBB4-B8CD-434DF8FD0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341" y="991403"/>
            <a:ext cx="6301318" cy="376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518656"/>
      </p:ext>
    </p:extLst>
  </p:cSld>
  <p:clrMapOvr>
    <a:masterClrMapping/>
  </p:clrMapOvr>
</p:sld>
</file>

<file path=ppt/theme/theme1.xml><?xml version="1.0" encoding="utf-8"?>
<a:theme xmlns:a="http://schemas.openxmlformats.org/drawingml/2006/main" name="Data Migration Project Proposal by Slidesgo">
  <a:themeElements>
    <a:clrScheme name="Simple Light">
      <a:dk1>
        <a:srgbClr val="241160"/>
      </a:dk1>
      <a:lt1>
        <a:srgbClr val="FFFFFF"/>
      </a:lt1>
      <a:dk2>
        <a:srgbClr val="E2E4FC"/>
      </a:dk2>
      <a:lt2>
        <a:srgbClr val="8861F1"/>
      </a:lt2>
      <a:accent1>
        <a:srgbClr val="545EEA"/>
      </a:accent1>
      <a:accent2>
        <a:srgbClr val="0B9CDC"/>
      </a:accent2>
      <a:accent3>
        <a:srgbClr val="01CFE6"/>
      </a:accent3>
      <a:accent4>
        <a:srgbClr val="FFFFFF"/>
      </a:accent4>
      <a:accent5>
        <a:srgbClr val="FFFFFF"/>
      </a:accent5>
      <a:accent6>
        <a:srgbClr val="FFFFFF"/>
      </a:accent6>
      <a:hlink>
        <a:srgbClr val="24116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64</Words>
  <Application>Microsoft Office PowerPoint</Application>
  <PresentationFormat>Presentación en pantalla (16:9)</PresentationFormat>
  <Paragraphs>24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Nunito Light</vt:lpstr>
      <vt:lpstr>Space Grotesk</vt:lpstr>
      <vt:lpstr>Arial</vt:lpstr>
      <vt:lpstr>Cairo</vt:lpstr>
      <vt:lpstr>Data Migration Project Proposal by Slidesgo</vt:lpstr>
      <vt:lpstr>PRUEBAS API GESTORES </vt:lpstr>
      <vt:lpstr>ApiGestores </vt:lpstr>
      <vt:lpstr>Get/Gestores</vt:lpstr>
      <vt:lpstr>Swagger  </vt:lpstr>
      <vt:lpstr>Postman  </vt:lpstr>
      <vt:lpstr>Post/Gestores</vt:lpstr>
      <vt:lpstr>Swagger  </vt:lpstr>
      <vt:lpstr>Postman  </vt:lpstr>
      <vt:lpstr>Get/Gestores/{id}</vt:lpstr>
      <vt:lpstr>Swagger  </vt:lpstr>
      <vt:lpstr>Postman  </vt:lpstr>
      <vt:lpstr>Put/Gestores/{id}</vt:lpstr>
      <vt:lpstr>Swagger  </vt:lpstr>
      <vt:lpstr>Postman  </vt:lpstr>
      <vt:lpstr>Delete/Gestores/{id}</vt:lpstr>
      <vt:lpstr>Swagger  </vt:lpstr>
      <vt:lpstr>Postman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David Quintero</dc:creator>
  <cp:lastModifiedBy>David Quintero</cp:lastModifiedBy>
  <cp:revision>13</cp:revision>
  <dcterms:modified xsi:type="dcterms:W3CDTF">2026-06-23T17:38:32Z</dcterms:modified>
</cp:coreProperties>
</file>