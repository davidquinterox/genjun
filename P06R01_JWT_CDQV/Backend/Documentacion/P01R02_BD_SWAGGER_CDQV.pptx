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1"/>
  </p:notesMasterIdLst>
  <p:sldIdLst>
    <p:sldId id="256" r:id="rId2"/>
    <p:sldId id="368" r:id="rId3"/>
    <p:sldId id="296" r:id="rId4"/>
    <p:sldId id="366" r:id="rId5"/>
    <p:sldId id="367" r:id="rId6"/>
    <p:sldId id="365" r:id="rId7"/>
    <p:sldId id="297" r:id="rId8"/>
    <p:sldId id="354" r:id="rId9"/>
    <p:sldId id="355" r:id="rId10"/>
    <p:sldId id="356" r:id="rId11"/>
    <p:sldId id="303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</p:sldIdLst>
  <p:sldSz cx="9144000" cy="5143500" type="screen16x9"/>
  <p:notesSz cx="6858000" cy="9144000"/>
  <p:embeddedFontLst>
    <p:embeddedFont>
      <p:font typeface="Cairo" panose="020B0604020202020204" charset="-78"/>
      <p:regular r:id="rId22"/>
      <p:bold r:id="rId23"/>
    </p:embeddedFont>
    <p:embeddedFont>
      <p:font typeface="Nunito Light" pitchFamily="2" charset="0"/>
      <p:regular r:id="rId24"/>
      <p:italic r:id="rId25"/>
    </p:embeddedFont>
    <p:embeddedFont>
      <p:font typeface="Space Grotesk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2ABCE8-890C-42B6-9479-B6AA132F1069}">
  <a:tblStyle styleId="{4C2ABCE8-890C-42B6-9479-B6AA132F10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721F825-CA82-43B7-8C69-8F74CCF8B41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DFB53479-2952-BB5E-D74F-BC8ED6256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28E14806-6FCB-FD80-8370-001ADE0C8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4B5DB73E-A409-B4A6-CE13-3EF568D6F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3072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DCEE579-3B5D-AA9D-733D-4A7F8B2B4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69F717A-B9B5-202E-E445-8E3520CAD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D5514800-4428-0AB7-93BA-C0DD9A86E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695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C38EF19A-8364-5F10-36EB-D12C14D2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A87BB764-F205-FC74-54ED-DD9463FFCD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F083C1DC-773A-164E-A005-5FA8D713D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520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8BBD598-9063-6251-B427-9786DAD9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A4CA9C5B-C06C-B1AF-4C25-C21D5C1B9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8881CEF0-606E-1FD6-B2EF-1892DD0DF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7900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13D74DCF-38D6-D9E3-3947-B83D5311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08F2FAE9-DCC8-0234-A18D-86A1FC637A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F7703B02-4784-B7CA-102C-96E9D932B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7646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2A3C5277-5338-601E-870F-C17081A7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3896298-57E6-1601-84E0-9FCABB323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A4831BDF-8D30-7E74-EA5A-282D58A89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939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6730CF2F-F801-1335-E6AB-2D7B788E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B3A72ABA-A3B1-BF30-8112-020AA35D1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5EE37FD9-E0FE-51E4-4A5B-B681244AE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7027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06476888-8769-1E0E-DB73-8D142E9A0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31D3CDC8-83D0-F755-2F59-276B3EB4B5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DB2518E5-985F-F266-282C-8E0183B2A7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8213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CC17FAB8-496A-C740-4EC2-994EC252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71C508DC-9753-1EF2-E20E-3D3E8AA4A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B3F2C9A2-1486-BEF8-A503-92A3D2FE5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4416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9E1162CD-85C3-60F2-ACEF-9BE26FF3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BD34C02A-74B1-8E72-2203-D072CF8FB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3C2EA164-107B-D795-99A2-C5DD4838F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978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814DD5B-A69C-D6DF-7F49-F9826825D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2E2FF02F-725D-0517-C5B8-50D793352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2B4BA780-5713-CF7B-9C6F-4A9898D65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6298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EEEFDDE-BBB6-0ABA-FE27-A36353D6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05D701C-2953-AE7D-DE84-AC1D93B40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8AA293AD-BA41-BE12-F0AB-37FF11EE4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4027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4DDB3F96-D0F4-51E3-C924-8F8116C7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E8CC76DD-DE7A-9DF8-D139-FC895D33AC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170AC386-08CB-8049-3EAB-71032EE5C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2430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67DFD159-0EA8-323A-8B4F-C46E31CA6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5D36938E-B7CC-620A-AC79-799B05066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72135EF6-C485-8EE1-08AD-9B5CE17CDF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7455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802B94A4-DFB4-48BF-6919-05F3014A7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9C8255E6-E581-0734-9D07-4831DEE8DA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6F231A8F-2103-5D97-009E-757C25D270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7869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8EC7705-D6D9-1CF3-B491-26B5A050A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5B1177A-C812-7B97-1121-308774FDC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B3BC4E87-D17C-961A-D505-A16320160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5847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276E5469-26B7-7C46-F8DC-56A17630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E9778D5D-AB18-CDEC-5EB3-757C0A69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65E1943F-9C5D-0B85-346D-46625F7BDB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5871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4209E6AD-A9B4-731B-81BD-9B3F4005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4FB2331-F614-6F2A-292E-937727184D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B9CFC531-1EEA-C6E5-AA2F-FD4B0464F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154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8" name="Google Shape;1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3" name="Google Shape;23;p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6" r:id="rId6"/>
    <p:sldLayoutId id="2147483658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21504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660598" y="3119096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PRUEBAS JWT EN API </a:t>
            </a:r>
            <a:br>
              <a:rPr lang="es-ES" dirty="0">
                <a:solidFill>
                  <a:schemeClr val="tx2">
                    <a:lumMod val="40000"/>
                    <a:lumOff val="60000"/>
                  </a:schemeClr>
                </a:solidFill>
              </a:rPr>
            </a:br>
            <a:endParaRPr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Carlos David Quintero Villegas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91">
          <a:extLst>
            <a:ext uri="{FF2B5EF4-FFF2-40B4-BE49-F238E27FC236}">
              <a16:creationId xmlns:a16="http://schemas.microsoft.com/office/drawing/2014/main" id="{C7C6F1EB-B0A1-D888-B31C-BA96718A0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B21CEC38-0B21-711F-9F2F-74CB80071C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4885436F-181E-6B24-9EBD-F381EC2C9E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Carga Inicial</a:t>
            </a:r>
            <a:endParaRPr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0B5AF729-2C94-7530-1D9B-A297432429D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2A17D9C3-817A-640A-FCD1-3A0D05C0A5E2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496CF968-D631-E4FF-221B-1BC9A5B0C444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F97F2F98-6829-4705-3416-BB4516F1C753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8669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F8EEA709-3DDD-304F-3935-75050D099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81C4124F-630D-94D9-5C82-2411E71812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949612" cy="1081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Inserciones en BD</a:t>
            </a:r>
            <a:br>
              <a:rPr lang="es-ES" dirty="0"/>
            </a:b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0FB496-A6EE-A95B-CF59-1D8850762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11" y="1133385"/>
            <a:ext cx="4616793" cy="213845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81F23A2-C94A-87C0-1A51-FBC0954BE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595" y="1197716"/>
            <a:ext cx="2676899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93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CAA25DDE-7218-C64B-CEEB-57DD2976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4CBDF105-9304-527E-3D41-E563B63E7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949612" cy="1081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Inserciones en BD</a:t>
            </a:r>
            <a:br>
              <a:rPr lang="es-ES" dirty="0"/>
            </a:b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471A492-17F5-CF95-5EF3-5CB3D2A55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101" y="1197716"/>
            <a:ext cx="2676899" cy="7621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EAD5A03-F747-4B2F-A75A-7C6FDEC32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95" y="1197716"/>
            <a:ext cx="5238505" cy="264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A6BE34E0-F5A4-2521-8DA9-0B0A86EB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F01A045-E6B5-333D-A0EB-12A6825986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949612" cy="1081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Inserciones en BD</a:t>
            </a:r>
            <a:br>
              <a:rPr lang="es-ES" dirty="0"/>
            </a:b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40C38DB-4E9A-74BA-27D9-3E695AABE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101" y="1197716"/>
            <a:ext cx="2676899" cy="7621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6F9EA20-1F94-1586-33EC-B235C328B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88" y="1197716"/>
            <a:ext cx="4753638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5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5457FD5D-F988-EE3E-6A49-1C8AD990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27299EAD-5F93-CA78-43DB-78689D6941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949612" cy="1081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Pruebas de EndPoints</a:t>
            </a:r>
            <a:br>
              <a:rPr lang="es-ES" dirty="0"/>
            </a:b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F1AF4E-90F3-C388-052B-A2B154B5A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858" y="1091086"/>
            <a:ext cx="4317896" cy="328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66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2EF31C6B-F900-518E-1C9D-433DDC21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EC828809-BC1C-EE31-2D79-81CC7E532F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C18F3CB7-2003-2525-7430-6A3117A92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1.Registrer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39A6282-A789-AFD7-77A3-EECC74F1E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98" y="957027"/>
            <a:ext cx="3741986" cy="317152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1D47E2A-F709-AA1C-79BA-2381DAFD9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210" y="957026"/>
            <a:ext cx="4237276" cy="317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94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394CAECA-DE3C-33A0-4B66-803F1904F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30DC11CB-C078-6DFF-6483-E580C2617B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4A449EC1-B92A-DE8A-4A04-66ACB20BF2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1.Login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97C615-48D5-8101-5D96-10F8D8D01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54" y="896967"/>
            <a:ext cx="3812628" cy="32916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ECD14AB-1512-C851-7FF4-A7F5A6BB9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007" y="896968"/>
            <a:ext cx="3689502" cy="329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3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488B71DA-384E-0F2A-555E-EA2B2A07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99D2AE2E-E213-27B5-3F33-FCEF38319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0D4C831C-2D9E-2BB4-A78E-35A1B1D704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1.Refresh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406ACC-4F11-A00E-31E5-9B5266EFD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007" y="957027"/>
            <a:ext cx="4389605" cy="32315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68004A1-F468-6DE9-A683-B46C5ECE9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954885"/>
            <a:ext cx="3359961" cy="342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84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DBE01037-C163-8899-913D-7A2B0556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68A15CFB-49AC-CA04-26FE-DF6F95E22D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96EB3D61-135D-FFEA-5F43-F0D7CE8BE1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1.Logout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812416-93DD-FCE8-90F5-37068B143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54" y="957027"/>
            <a:ext cx="3305100" cy="32315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012AB2F-1939-11E4-0943-AB457F710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055" y="946942"/>
            <a:ext cx="4103273" cy="323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79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91">
          <a:extLst>
            <a:ext uri="{FF2B5EF4-FFF2-40B4-BE49-F238E27FC236}">
              <a16:creationId xmlns:a16="http://schemas.microsoft.com/office/drawing/2014/main" id="{B7D435F2-BAC1-5719-3CBF-C4977365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0FC5669E-F06C-283C-19CE-C0AA85095A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AC7BC5BC-8FAF-41AD-8AFD-9252D7BA20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Productos</a:t>
            </a:r>
            <a:endParaRPr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E3DADEAC-1384-7634-4E7C-842BDB734FA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494BE9C5-9749-067B-51FD-D518DFF5B5F2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0D0C6FF7-B8A9-18F3-897D-3C7320F7D3C4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29BF926A-420F-F13D-A46F-2D04D1703D4C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49715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286986D9-28D5-3CAC-E456-A65AEF05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A04E85A3-C974-1620-D29A-7C52081C69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0E873AF0-414F-F0ED-A9E3-8C38801FF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2.Productos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A720E4F-D124-74DD-DA82-B341CE069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30" y="1032437"/>
            <a:ext cx="3833138" cy="339562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8AA5DF1-1800-6FC2-DAA9-F71915029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822" y="957027"/>
            <a:ext cx="4151778" cy="346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2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AFC2BF06-5D84-E630-C7CC-647F4CA1B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2D417107-615F-BD7A-8C04-1814295631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3439434B-FA97-49EC-771F-451CE5E98C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2.Productos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B901CD-7510-0914-B897-7459C1982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88" y="1002504"/>
            <a:ext cx="3117260" cy="142743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6DAB692-6719-26EB-A3E2-0CB119563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600" y="799295"/>
            <a:ext cx="3954498" cy="400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45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13155D5F-D07B-4EBF-E261-826B397F5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9512958C-4948-3E02-73F9-D12BBC141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35A3D382-53AA-E9CB-4505-C3872CA68B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2.Productos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25D617-AA47-6FA0-692C-21442A0BD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693" y="843183"/>
            <a:ext cx="4586040" cy="33432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944AA53-4485-9811-8506-C23C6387B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39" y="843183"/>
            <a:ext cx="3766033" cy="225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67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CFDAE969-1C80-8040-6FB8-E6C5DBB5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2B31AFA4-5AF7-1EAC-CA7F-614D2F6AD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D13B99E4-79EA-6A5F-7616-FD733CB4F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2.Productos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96B5AF-FFCF-EC02-586D-6F6FB72A0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95" y="957027"/>
            <a:ext cx="4129505" cy="28102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D789BAC-3539-BFB7-77C1-4170CD57F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510" y="759249"/>
            <a:ext cx="3901490" cy="334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5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ADE42920-1248-15A7-40EC-CEE855826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1EAC664B-619D-993E-874C-744EBA75D2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67B05B09-F17C-2A78-8D14-F6A281A89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2.Productos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382004-A1E1-165E-1A29-126660DE0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54" y="847045"/>
            <a:ext cx="3901490" cy="33276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888BB30-7AE0-05CD-BF8E-F581D35B9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670" y="847045"/>
            <a:ext cx="4279916" cy="3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38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778CC813-2F4E-331D-7513-817125AD0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DB854000-BF58-4C20-4D5F-748094BEB7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551EF169-7293-82B5-ED06-94B3994B3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2.Productos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AE070B-C926-185A-0D69-4E9F78E6F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534" y="957028"/>
            <a:ext cx="4221465" cy="365730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08DAED0-4B3D-4347-E581-69CA2AB44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4" y="957027"/>
            <a:ext cx="3932663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45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41E9F520-9A6E-3B4D-5C92-18D84E4E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60AF408E-B322-CCE7-DC3D-E70CCAC716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0649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D3FD4939-DA0F-B688-8641-F69BF9BF4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335238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2.Productos</a:t>
            </a:r>
            <a:endParaRPr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BBCE08-9E3A-3890-F1E8-0FADF1805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906" y="957026"/>
            <a:ext cx="4120094" cy="380000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7403ECE-42D5-5987-F4AA-9BB36979D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157" y="957025"/>
            <a:ext cx="3907776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78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Shape 258">
          <a:extLst>
            <a:ext uri="{FF2B5EF4-FFF2-40B4-BE49-F238E27FC236}">
              <a16:creationId xmlns:a16="http://schemas.microsoft.com/office/drawing/2014/main" id="{713E81A3-7A8C-1639-907A-FC74BCB7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7B52847C-9266-F3EA-8567-FDF093F3F7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949612" cy="1081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Pruebas de EndPoints</a:t>
            </a:r>
            <a:br>
              <a:rPr lang="es-ES" dirty="0"/>
            </a:b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C5A0DF0-496F-A84B-404F-7EB7EC04A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858" y="1091086"/>
            <a:ext cx="4317896" cy="328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62825"/>
      </p:ext>
    </p:extLst>
  </p:cSld>
  <p:clrMapOvr>
    <a:masterClrMapping/>
  </p:clrMapOvr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78</Words>
  <Application>Microsoft Office PowerPoint</Application>
  <PresentationFormat>Presentación en pantalla (16:9)</PresentationFormat>
  <Paragraphs>33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Cairo</vt:lpstr>
      <vt:lpstr>Arial</vt:lpstr>
      <vt:lpstr>Nunito Light</vt:lpstr>
      <vt:lpstr>Space Grotesk</vt:lpstr>
      <vt:lpstr>Data Migration Project Proposal by Slidesgo</vt:lpstr>
      <vt:lpstr>PRUEBAS JWT EN API  </vt:lpstr>
      <vt:lpstr>Carga Inicial</vt:lpstr>
      <vt:lpstr>Inserciones en BD </vt:lpstr>
      <vt:lpstr>Inserciones en BD </vt:lpstr>
      <vt:lpstr>Inserciones en BD </vt:lpstr>
      <vt:lpstr>Pruebas de EndPoints </vt:lpstr>
      <vt:lpstr> </vt:lpstr>
      <vt:lpstr> </vt:lpstr>
      <vt:lpstr> </vt:lpstr>
      <vt:lpstr> </vt:lpstr>
      <vt:lpstr>Productos</vt:lpstr>
      <vt:lpstr> </vt:lpstr>
      <vt:lpstr> </vt:lpstr>
      <vt:lpstr> </vt:lpstr>
      <vt:lpstr> </vt:lpstr>
      <vt:lpstr> </vt:lpstr>
      <vt:lpstr> </vt:lpstr>
      <vt:lpstr> </vt:lpstr>
      <vt:lpstr>Pruebas de EndPoints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Quintero</dc:creator>
  <cp:lastModifiedBy>David Quintero</cp:lastModifiedBy>
  <cp:revision>12</cp:revision>
  <dcterms:modified xsi:type="dcterms:W3CDTF">2026-06-09T17:33:30Z</dcterms:modified>
</cp:coreProperties>
</file>